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2D687-2D40-4772-9C44-58E550F5126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541CA2-6842-41F9-BAEB-F2E176BE2054}">
      <dgm:prSet/>
      <dgm:spPr/>
      <dgm:t>
        <a:bodyPr/>
        <a:lstStyle/>
        <a:p>
          <a:r>
            <a:rPr lang="en-US" b="1"/>
            <a:t>Custodians: Handle evidence check-in/out.</a:t>
          </a:r>
          <a:endParaRPr lang="en-US"/>
        </a:p>
      </dgm:t>
    </dgm:pt>
    <dgm:pt modelId="{33F8BEDB-BC8C-4B81-A1C1-E7C38053E424}" type="parTrans" cxnId="{372C6283-AD3D-407C-AD4B-9ACDA38F3E85}">
      <dgm:prSet/>
      <dgm:spPr/>
      <dgm:t>
        <a:bodyPr/>
        <a:lstStyle/>
        <a:p>
          <a:endParaRPr lang="en-US"/>
        </a:p>
      </dgm:t>
    </dgm:pt>
    <dgm:pt modelId="{2CFD52E5-D179-4F1C-BA1A-6B970CA4EBB7}" type="sibTrans" cxnId="{372C6283-AD3D-407C-AD4B-9ACDA38F3E85}">
      <dgm:prSet/>
      <dgm:spPr/>
      <dgm:t>
        <a:bodyPr/>
        <a:lstStyle/>
        <a:p>
          <a:endParaRPr lang="en-US"/>
        </a:p>
      </dgm:t>
    </dgm:pt>
    <dgm:pt modelId="{DCA7E1D0-F313-4B23-80A0-1B039ED14358}">
      <dgm:prSet/>
      <dgm:spPr/>
      <dgm:t>
        <a:bodyPr/>
        <a:lstStyle/>
        <a:p>
          <a:r>
            <a:rPr lang="en-US" b="1"/>
            <a:t>Analysts: Access and analyze evidence.</a:t>
          </a:r>
          <a:endParaRPr lang="en-US"/>
        </a:p>
      </dgm:t>
    </dgm:pt>
    <dgm:pt modelId="{A4F1B994-EB42-49E2-BB4C-C455D35320D7}" type="parTrans" cxnId="{1FBED714-A199-45C8-878E-C903E2184212}">
      <dgm:prSet/>
      <dgm:spPr/>
      <dgm:t>
        <a:bodyPr/>
        <a:lstStyle/>
        <a:p>
          <a:endParaRPr lang="en-US"/>
        </a:p>
      </dgm:t>
    </dgm:pt>
    <dgm:pt modelId="{1DC6967D-C7AF-4087-ACA9-0786BB8089E0}" type="sibTrans" cxnId="{1FBED714-A199-45C8-878E-C903E2184212}">
      <dgm:prSet/>
      <dgm:spPr/>
      <dgm:t>
        <a:bodyPr/>
        <a:lstStyle/>
        <a:p>
          <a:endParaRPr lang="en-US"/>
        </a:p>
      </dgm:t>
    </dgm:pt>
    <dgm:pt modelId="{4F4C3AEE-7D49-472A-A17E-90EB55716BAC}">
      <dgm:prSet/>
      <dgm:spPr/>
      <dgm:t>
        <a:bodyPr/>
        <a:lstStyle/>
        <a:p>
          <a:r>
            <a:rPr lang="en-US" b="1"/>
            <a:t>Admins: Oversee audits and permissions.</a:t>
          </a:r>
          <a:endParaRPr lang="en-US"/>
        </a:p>
      </dgm:t>
    </dgm:pt>
    <dgm:pt modelId="{D2960714-A2C0-4B55-927B-D53F212F9D3C}" type="parTrans" cxnId="{E7A1DB93-3A37-4D3C-A102-89C83C00BFAA}">
      <dgm:prSet/>
      <dgm:spPr/>
      <dgm:t>
        <a:bodyPr/>
        <a:lstStyle/>
        <a:p>
          <a:endParaRPr lang="en-US"/>
        </a:p>
      </dgm:t>
    </dgm:pt>
    <dgm:pt modelId="{FD15D4C3-598C-41C4-AB39-D2BA39FA4A76}" type="sibTrans" cxnId="{E7A1DB93-3A37-4D3C-A102-89C83C00BFAA}">
      <dgm:prSet/>
      <dgm:spPr/>
      <dgm:t>
        <a:bodyPr/>
        <a:lstStyle/>
        <a:p>
          <a:endParaRPr lang="en-US"/>
        </a:p>
      </dgm:t>
    </dgm:pt>
    <dgm:pt modelId="{C1EEEFD4-9567-4574-9BA1-2A476CD49EA9}">
      <dgm:prSet/>
      <dgm:spPr/>
      <dgm:t>
        <a:bodyPr/>
        <a:lstStyle/>
        <a:p>
          <a:r>
            <a:rPr lang="en-US" b="1"/>
            <a:t>Current Features: Evidence creation and retrieval.</a:t>
          </a:r>
          <a:endParaRPr lang="en-US"/>
        </a:p>
      </dgm:t>
    </dgm:pt>
    <dgm:pt modelId="{AECF7C3A-FBEA-4A09-A5A4-A99A72F0013D}" type="parTrans" cxnId="{3B0F1EB6-A326-4273-BA56-F73012F7C762}">
      <dgm:prSet/>
      <dgm:spPr/>
      <dgm:t>
        <a:bodyPr/>
        <a:lstStyle/>
        <a:p>
          <a:endParaRPr lang="en-US"/>
        </a:p>
      </dgm:t>
    </dgm:pt>
    <dgm:pt modelId="{DC18A2C2-168D-48F0-994E-95CD574E5E43}" type="sibTrans" cxnId="{3B0F1EB6-A326-4273-BA56-F73012F7C762}">
      <dgm:prSet/>
      <dgm:spPr/>
      <dgm:t>
        <a:bodyPr/>
        <a:lstStyle/>
        <a:p>
          <a:endParaRPr lang="en-US"/>
        </a:p>
      </dgm:t>
    </dgm:pt>
    <dgm:pt modelId="{30FDF680-C343-407F-9283-72110E07E706}">
      <dgm:prSet/>
      <dgm:spPr/>
      <dgm:t>
        <a:bodyPr/>
        <a:lstStyle/>
        <a:p>
          <a:r>
            <a:rPr lang="en-US" b="1"/>
            <a:t>Next Steps: Role enforcement, check-in/out logic, and audit dashboards.</a:t>
          </a:r>
          <a:endParaRPr lang="en-US"/>
        </a:p>
      </dgm:t>
    </dgm:pt>
    <dgm:pt modelId="{C4B92D6F-32CF-4F1C-A2CA-36C85BEE5D2E}" type="parTrans" cxnId="{810E16C0-6C56-47FA-BEFD-310D30CB91EC}">
      <dgm:prSet/>
      <dgm:spPr/>
      <dgm:t>
        <a:bodyPr/>
        <a:lstStyle/>
        <a:p>
          <a:endParaRPr lang="en-US"/>
        </a:p>
      </dgm:t>
    </dgm:pt>
    <dgm:pt modelId="{22E2D8F1-D273-4DD0-99EE-00AEDC39FE6A}" type="sibTrans" cxnId="{810E16C0-6C56-47FA-BEFD-310D30CB91EC}">
      <dgm:prSet/>
      <dgm:spPr/>
      <dgm:t>
        <a:bodyPr/>
        <a:lstStyle/>
        <a:p>
          <a:endParaRPr lang="en-US"/>
        </a:p>
      </dgm:t>
    </dgm:pt>
    <dgm:pt modelId="{68B5ED0B-A6E0-834A-AE44-323CAD61E5A8}" type="pres">
      <dgm:prSet presAssocID="{6C22D687-2D40-4772-9C44-58E550F5126A}" presName="outerComposite" presStyleCnt="0">
        <dgm:presLayoutVars>
          <dgm:chMax val="5"/>
          <dgm:dir/>
          <dgm:resizeHandles val="exact"/>
        </dgm:presLayoutVars>
      </dgm:prSet>
      <dgm:spPr/>
    </dgm:pt>
    <dgm:pt modelId="{1256F193-EB07-454C-BD52-4B7A5A254C46}" type="pres">
      <dgm:prSet presAssocID="{6C22D687-2D40-4772-9C44-58E550F5126A}" presName="dummyMaxCanvas" presStyleCnt="0">
        <dgm:presLayoutVars/>
      </dgm:prSet>
      <dgm:spPr/>
    </dgm:pt>
    <dgm:pt modelId="{4851BC6C-9DD0-5B47-A735-BD41CFF328CB}" type="pres">
      <dgm:prSet presAssocID="{6C22D687-2D40-4772-9C44-58E550F5126A}" presName="FiveNodes_1" presStyleLbl="node1" presStyleIdx="0" presStyleCnt="5">
        <dgm:presLayoutVars>
          <dgm:bulletEnabled val="1"/>
        </dgm:presLayoutVars>
      </dgm:prSet>
      <dgm:spPr/>
    </dgm:pt>
    <dgm:pt modelId="{3005CA0A-00D0-E541-8590-9BF677879CCD}" type="pres">
      <dgm:prSet presAssocID="{6C22D687-2D40-4772-9C44-58E550F5126A}" presName="FiveNodes_2" presStyleLbl="node1" presStyleIdx="1" presStyleCnt="5">
        <dgm:presLayoutVars>
          <dgm:bulletEnabled val="1"/>
        </dgm:presLayoutVars>
      </dgm:prSet>
      <dgm:spPr/>
    </dgm:pt>
    <dgm:pt modelId="{5DF2DB04-A4BD-0D4D-BE26-6B123A240868}" type="pres">
      <dgm:prSet presAssocID="{6C22D687-2D40-4772-9C44-58E550F5126A}" presName="FiveNodes_3" presStyleLbl="node1" presStyleIdx="2" presStyleCnt="5">
        <dgm:presLayoutVars>
          <dgm:bulletEnabled val="1"/>
        </dgm:presLayoutVars>
      </dgm:prSet>
      <dgm:spPr/>
    </dgm:pt>
    <dgm:pt modelId="{F05F1717-78CF-DF4E-8A98-C318902C0474}" type="pres">
      <dgm:prSet presAssocID="{6C22D687-2D40-4772-9C44-58E550F5126A}" presName="FiveNodes_4" presStyleLbl="node1" presStyleIdx="3" presStyleCnt="5">
        <dgm:presLayoutVars>
          <dgm:bulletEnabled val="1"/>
        </dgm:presLayoutVars>
      </dgm:prSet>
      <dgm:spPr/>
    </dgm:pt>
    <dgm:pt modelId="{651E5EE7-FDED-3B4F-A09D-E54E7F310B6B}" type="pres">
      <dgm:prSet presAssocID="{6C22D687-2D40-4772-9C44-58E550F5126A}" presName="FiveNodes_5" presStyleLbl="node1" presStyleIdx="4" presStyleCnt="5">
        <dgm:presLayoutVars>
          <dgm:bulletEnabled val="1"/>
        </dgm:presLayoutVars>
      </dgm:prSet>
      <dgm:spPr/>
    </dgm:pt>
    <dgm:pt modelId="{8435E13F-867C-CD44-960C-D1252691A5D3}" type="pres">
      <dgm:prSet presAssocID="{6C22D687-2D40-4772-9C44-58E550F5126A}" presName="FiveConn_1-2" presStyleLbl="fgAccFollowNode1" presStyleIdx="0" presStyleCnt="4">
        <dgm:presLayoutVars>
          <dgm:bulletEnabled val="1"/>
        </dgm:presLayoutVars>
      </dgm:prSet>
      <dgm:spPr/>
    </dgm:pt>
    <dgm:pt modelId="{520D1906-DD90-AB4F-B481-A1542975E739}" type="pres">
      <dgm:prSet presAssocID="{6C22D687-2D40-4772-9C44-58E550F5126A}" presName="FiveConn_2-3" presStyleLbl="fgAccFollowNode1" presStyleIdx="1" presStyleCnt="4">
        <dgm:presLayoutVars>
          <dgm:bulletEnabled val="1"/>
        </dgm:presLayoutVars>
      </dgm:prSet>
      <dgm:spPr/>
    </dgm:pt>
    <dgm:pt modelId="{62694B78-64BE-F941-9AB7-8F38F44A13DC}" type="pres">
      <dgm:prSet presAssocID="{6C22D687-2D40-4772-9C44-58E550F5126A}" presName="FiveConn_3-4" presStyleLbl="fgAccFollowNode1" presStyleIdx="2" presStyleCnt="4">
        <dgm:presLayoutVars>
          <dgm:bulletEnabled val="1"/>
        </dgm:presLayoutVars>
      </dgm:prSet>
      <dgm:spPr/>
    </dgm:pt>
    <dgm:pt modelId="{63D1AE5D-D07C-114A-AC1B-98B3963D1CAC}" type="pres">
      <dgm:prSet presAssocID="{6C22D687-2D40-4772-9C44-58E550F5126A}" presName="FiveConn_4-5" presStyleLbl="fgAccFollowNode1" presStyleIdx="3" presStyleCnt="4">
        <dgm:presLayoutVars>
          <dgm:bulletEnabled val="1"/>
        </dgm:presLayoutVars>
      </dgm:prSet>
      <dgm:spPr/>
    </dgm:pt>
    <dgm:pt modelId="{2E0C79DB-9A8B-AA4A-9626-578DB1B6B99C}" type="pres">
      <dgm:prSet presAssocID="{6C22D687-2D40-4772-9C44-58E550F5126A}" presName="FiveNodes_1_text" presStyleLbl="node1" presStyleIdx="4" presStyleCnt="5">
        <dgm:presLayoutVars>
          <dgm:bulletEnabled val="1"/>
        </dgm:presLayoutVars>
      </dgm:prSet>
      <dgm:spPr/>
    </dgm:pt>
    <dgm:pt modelId="{FBF90403-C429-684E-9C16-D39BBE33361D}" type="pres">
      <dgm:prSet presAssocID="{6C22D687-2D40-4772-9C44-58E550F5126A}" presName="FiveNodes_2_text" presStyleLbl="node1" presStyleIdx="4" presStyleCnt="5">
        <dgm:presLayoutVars>
          <dgm:bulletEnabled val="1"/>
        </dgm:presLayoutVars>
      </dgm:prSet>
      <dgm:spPr/>
    </dgm:pt>
    <dgm:pt modelId="{91A4F1AB-2146-2C42-A2F9-A0278FDAC961}" type="pres">
      <dgm:prSet presAssocID="{6C22D687-2D40-4772-9C44-58E550F5126A}" presName="FiveNodes_3_text" presStyleLbl="node1" presStyleIdx="4" presStyleCnt="5">
        <dgm:presLayoutVars>
          <dgm:bulletEnabled val="1"/>
        </dgm:presLayoutVars>
      </dgm:prSet>
      <dgm:spPr/>
    </dgm:pt>
    <dgm:pt modelId="{5B3CDE1A-230D-2A42-B8A1-25FEC350D52E}" type="pres">
      <dgm:prSet presAssocID="{6C22D687-2D40-4772-9C44-58E550F5126A}" presName="FiveNodes_4_text" presStyleLbl="node1" presStyleIdx="4" presStyleCnt="5">
        <dgm:presLayoutVars>
          <dgm:bulletEnabled val="1"/>
        </dgm:presLayoutVars>
      </dgm:prSet>
      <dgm:spPr/>
    </dgm:pt>
    <dgm:pt modelId="{8772BD61-1075-3948-9098-EBEC2398CC0A}" type="pres">
      <dgm:prSet presAssocID="{6C22D687-2D40-4772-9C44-58E550F5126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2EF340D-A162-7243-9E8E-BD7F475187FF}" type="presOf" srcId="{4F4C3AEE-7D49-472A-A17E-90EB55716BAC}" destId="{5DF2DB04-A4BD-0D4D-BE26-6B123A240868}" srcOrd="0" destOrd="0" presId="urn:microsoft.com/office/officeart/2005/8/layout/vProcess5"/>
    <dgm:cxn modelId="{1FBED714-A199-45C8-878E-C903E2184212}" srcId="{6C22D687-2D40-4772-9C44-58E550F5126A}" destId="{DCA7E1D0-F313-4B23-80A0-1B039ED14358}" srcOrd="1" destOrd="0" parTransId="{A4F1B994-EB42-49E2-BB4C-C455D35320D7}" sibTransId="{1DC6967D-C7AF-4087-ACA9-0786BB8089E0}"/>
    <dgm:cxn modelId="{95C72E15-24AE-804B-A7A8-71CDEB727189}" type="presOf" srcId="{FD15D4C3-598C-41C4-AB39-D2BA39FA4A76}" destId="{62694B78-64BE-F941-9AB7-8F38F44A13DC}" srcOrd="0" destOrd="0" presId="urn:microsoft.com/office/officeart/2005/8/layout/vProcess5"/>
    <dgm:cxn modelId="{A07B4E26-1BB9-AE49-8348-D155592486A7}" type="presOf" srcId="{C1EEEFD4-9567-4574-9BA1-2A476CD49EA9}" destId="{5B3CDE1A-230D-2A42-B8A1-25FEC350D52E}" srcOrd="1" destOrd="0" presId="urn:microsoft.com/office/officeart/2005/8/layout/vProcess5"/>
    <dgm:cxn modelId="{1B497D2B-B553-BB44-BA39-4169FCCECC08}" type="presOf" srcId="{CE541CA2-6842-41F9-BAEB-F2E176BE2054}" destId="{4851BC6C-9DD0-5B47-A735-BD41CFF328CB}" srcOrd="0" destOrd="0" presId="urn:microsoft.com/office/officeart/2005/8/layout/vProcess5"/>
    <dgm:cxn modelId="{B699FA6B-9974-0D4E-9608-50124805C5B7}" type="presOf" srcId="{30FDF680-C343-407F-9283-72110E07E706}" destId="{8772BD61-1075-3948-9098-EBEC2398CC0A}" srcOrd="1" destOrd="0" presId="urn:microsoft.com/office/officeart/2005/8/layout/vProcess5"/>
    <dgm:cxn modelId="{F20A8470-DCD4-9046-AC4C-A3C81E4A9A77}" type="presOf" srcId="{4F4C3AEE-7D49-472A-A17E-90EB55716BAC}" destId="{91A4F1AB-2146-2C42-A2F9-A0278FDAC961}" srcOrd="1" destOrd="0" presId="urn:microsoft.com/office/officeart/2005/8/layout/vProcess5"/>
    <dgm:cxn modelId="{372C6283-AD3D-407C-AD4B-9ACDA38F3E85}" srcId="{6C22D687-2D40-4772-9C44-58E550F5126A}" destId="{CE541CA2-6842-41F9-BAEB-F2E176BE2054}" srcOrd="0" destOrd="0" parTransId="{33F8BEDB-BC8C-4B81-A1C1-E7C38053E424}" sibTransId="{2CFD52E5-D179-4F1C-BA1A-6B970CA4EBB7}"/>
    <dgm:cxn modelId="{44706C86-04FA-A24D-BCF3-DD4CCBBD0DE0}" type="presOf" srcId="{1DC6967D-C7AF-4087-ACA9-0786BB8089E0}" destId="{520D1906-DD90-AB4F-B481-A1542975E739}" srcOrd="0" destOrd="0" presId="urn:microsoft.com/office/officeart/2005/8/layout/vProcess5"/>
    <dgm:cxn modelId="{35A2D78F-64EF-DD47-8F65-2B458F2CECCE}" type="presOf" srcId="{DCA7E1D0-F313-4B23-80A0-1B039ED14358}" destId="{3005CA0A-00D0-E541-8590-9BF677879CCD}" srcOrd="0" destOrd="0" presId="urn:microsoft.com/office/officeart/2005/8/layout/vProcess5"/>
    <dgm:cxn modelId="{E7A1DB93-3A37-4D3C-A102-89C83C00BFAA}" srcId="{6C22D687-2D40-4772-9C44-58E550F5126A}" destId="{4F4C3AEE-7D49-472A-A17E-90EB55716BAC}" srcOrd="2" destOrd="0" parTransId="{D2960714-A2C0-4B55-927B-D53F212F9D3C}" sibTransId="{FD15D4C3-598C-41C4-AB39-D2BA39FA4A76}"/>
    <dgm:cxn modelId="{469FA39C-ACA2-3949-AA54-F4BE6803CF0E}" type="presOf" srcId="{2CFD52E5-D179-4F1C-BA1A-6B970CA4EBB7}" destId="{8435E13F-867C-CD44-960C-D1252691A5D3}" srcOrd="0" destOrd="0" presId="urn:microsoft.com/office/officeart/2005/8/layout/vProcess5"/>
    <dgm:cxn modelId="{A44B769F-1085-964D-BDB3-1FA93CB28029}" type="presOf" srcId="{C1EEEFD4-9567-4574-9BA1-2A476CD49EA9}" destId="{F05F1717-78CF-DF4E-8A98-C318902C0474}" srcOrd="0" destOrd="0" presId="urn:microsoft.com/office/officeart/2005/8/layout/vProcess5"/>
    <dgm:cxn modelId="{7A360EB0-99E3-9C4E-8488-98C22274F8FF}" type="presOf" srcId="{DCA7E1D0-F313-4B23-80A0-1B039ED14358}" destId="{FBF90403-C429-684E-9C16-D39BBE33361D}" srcOrd="1" destOrd="0" presId="urn:microsoft.com/office/officeart/2005/8/layout/vProcess5"/>
    <dgm:cxn modelId="{3B0F1EB6-A326-4273-BA56-F73012F7C762}" srcId="{6C22D687-2D40-4772-9C44-58E550F5126A}" destId="{C1EEEFD4-9567-4574-9BA1-2A476CD49EA9}" srcOrd="3" destOrd="0" parTransId="{AECF7C3A-FBEA-4A09-A5A4-A99A72F0013D}" sibTransId="{DC18A2C2-168D-48F0-994E-95CD574E5E43}"/>
    <dgm:cxn modelId="{810E16C0-6C56-47FA-BEFD-310D30CB91EC}" srcId="{6C22D687-2D40-4772-9C44-58E550F5126A}" destId="{30FDF680-C343-407F-9283-72110E07E706}" srcOrd="4" destOrd="0" parTransId="{C4B92D6F-32CF-4F1C-A2CA-36C85BEE5D2E}" sibTransId="{22E2D8F1-D273-4DD0-99EE-00AEDC39FE6A}"/>
    <dgm:cxn modelId="{915A77C2-A370-DB43-B82D-D4882AEAB9F5}" type="presOf" srcId="{DC18A2C2-168D-48F0-994E-95CD574E5E43}" destId="{63D1AE5D-D07C-114A-AC1B-98B3963D1CAC}" srcOrd="0" destOrd="0" presId="urn:microsoft.com/office/officeart/2005/8/layout/vProcess5"/>
    <dgm:cxn modelId="{204927D0-D85E-D745-990C-BFC2B9D8116F}" type="presOf" srcId="{30FDF680-C343-407F-9283-72110E07E706}" destId="{651E5EE7-FDED-3B4F-A09D-E54E7F310B6B}" srcOrd="0" destOrd="0" presId="urn:microsoft.com/office/officeart/2005/8/layout/vProcess5"/>
    <dgm:cxn modelId="{5C0FD8D1-7728-E94D-BC5D-B334316BCC72}" type="presOf" srcId="{6C22D687-2D40-4772-9C44-58E550F5126A}" destId="{68B5ED0B-A6E0-834A-AE44-323CAD61E5A8}" srcOrd="0" destOrd="0" presId="urn:microsoft.com/office/officeart/2005/8/layout/vProcess5"/>
    <dgm:cxn modelId="{FFB62CDD-CD68-494C-8DF4-3F122E127335}" type="presOf" srcId="{CE541CA2-6842-41F9-BAEB-F2E176BE2054}" destId="{2E0C79DB-9A8B-AA4A-9626-578DB1B6B99C}" srcOrd="1" destOrd="0" presId="urn:microsoft.com/office/officeart/2005/8/layout/vProcess5"/>
    <dgm:cxn modelId="{19EB6E95-063A-904D-BD6E-7A5964893206}" type="presParOf" srcId="{68B5ED0B-A6E0-834A-AE44-323CAD61E5A8}" destId="{1256F193-EB07-454C-BD52-4B7A5A254C46}" srcOrd="0" destOrd="0" presId="urn:microsoft.com/office/officeart/2005/8/layout/vProcess5"/>
    <dgm:cxn modelId="{FB6595B3-53D7-C34C-AFF7-752DB8762C63}" type="presParOf" srcId="{68B5ED0B-A6E0-834A-AE44-323CAD61E5A8}" destId="{4851BC6C-9DD0-5B47-A735-BD41CFF328CB}" srcOrd="1" destOrd="0" presId="urn:microsoft.com/office/officeart/2005/8/layout/vProcess5"/>
    <dgm:cxn modelId="{FAF689B7-14B8-E041-A6B3-A68A044E5E8E}" type="presParOf" srcId="{68B5ED0B-A6E0-834A-AE44-323CAD61E5A8}" destId="{3005CA0A-00D0-E541-8590-9BF677879CCD}" srcOrd="2" destOrd="0" presId="urn:microsoft.com/office/officeart/2005/8/layout/vProcess5"/>
    <dgm:cxn modelId="{53D56C47-937E-8445-8137-909387CC4738}" type="presParOf" srcId="{68B5ED0B-A6E0-834A-AE44-323CAD61E5A8}" destId="{5DF2DB04-A4BD-0D4D-BE26-6B123A240868}" srcOrd="3" destOrd="0" presId="urn:microsoft.com/office/officeart/2005/8/layout/vProcess5"/>
    <dgm:cxn modelId="{8FD67FF3-F6A8-2E47-8217-FFAA5AF7D7D3}" type="presParOf" srcId="{68B5ED0B-A6E0-834A-AE44-323CAD61E5A8}" destId="{F05F1717-78CF-DF4E-8A98-C318902C0474}" srcOrd="4" destOrd="0" presId="urn:microsoft.com/office/officeart/2005/8/layout/vProcess5"/>
    <dgm:cxn modelId="{692C44E1-481E-534B-A7AC-560961841D72}" type="presParOf" srcId="{68B5ED0B-A6E0-834A-AE44-323CAD61E5A8}" destId="{651E5EE7-FDED-3B4F-A09D-E54E7F310B6B}" srcOrd="5" destOrd="0" presId="urn:microsoft.com/office/officeart/2005/8/layout/vProcess5"/>
    <dgm:cxn modelId="{E327206E-ECAD-E14C-95AD-AEBCDD0C3C70}" type="presParOf" srcId="{68B5ED0B-A6E0-834A-AE44-323CAD61E5A8}" destId="{8435E13F-867C-CD44-960C-D1252691A5D3}" srcOrd="6" destOrd="0" presId="urn:microsoft.com/office/officeart/2005/8/layout/vProcess5"/>
    <dgm:cxn modelId="{C799BBE7-E1C1-3E44-A2E9-8A4655725FED}" type="presParOf" srcId="{68B5ED0B-A6E0-834A-AE44-323CAD61E5A8}" destId="{520D1906-DD90-AB4F-B481-A1542975E739}" srcOrd="7" destOrd="0" presId="urn:microsoft.com/office/officeart/2005/8/layout/vProcess5"/>
    <dgm:cxn modelId="{CFF8E7CD-3553-7B44-A442-461E4FE37D6B}" type="presParOf" srcId="{68B5ED0B-A6E0-834A-AE44-323CAD61E5A8}" destId="{62694B78-64BE-F941-9AB7-8F38F44A13DC}" srcOrd="8" destOrd="0" presId="urn:microsoft.com/office/officeart/2005/8/layout/vProcess5"/>
    <dgm:cxn modelId="{C899EFFA-4EA0-1242-AD2E-2DF7215B6746}" type="presParOf" srcId="{68B5ED0B-A6E0-834A-AE44-323CAD61E5A8}" destId="{63D1AE5D-D07C-114A-AC1B-98B3963D1CAC}" srcOrd="9" destOrd="0" presId="urn:microsoft.com/office/officeart/2005/8/layout/vProcess5"/>
    <dgm:cxn modelId="{8E14E645-E1BD-F045-8718-3DFC825AC633}" type="presParOf" srcId="{68B5ED0B-A6E0-834A-AE44-323CAD61E5A8}" destId="{2E0C79DB-9A8B-AA4A-9626-578DB1B6B99C}" srcOrd="10" destOrd="0" presId="urn:microsoft.com/office/officeart/2005/8/layout/vProcess5"/>
    <dgm:cxn modelId="{8E5C4D7E-4514-9940-B3E0-FE009221884B}" type="presParOf" srcId="{68B5ED0B-A6E0-834A-AE44-323CAD61E5A8}" destId="{FBF90403-C429-684E-9C16-D39BBE33361D}" srcOrd="11" destOrd="0" presId="urn:microsoft.com/office/officeart/2005/8/layout/vProcess5"/>
    <dgm:cxn modelId="{FA2E405E-890D-D943-B1E3-605EE1838FBC}" type="presParOf" srcId="{68B5ED0B-A6E0-834A-AE44-323CAD61E5A8}" destId="{91A4F1AB-2146-2C42-A2F9-A0278FDAC961}" srcOrd="12" destOrd="0" presId="urn:microsoft.com/office/officeart/2005/8/layout/vProcess5"/>
    <dgm:cxn modelId="{D1902B85-614F-F54A-A9D6-AA4C286E4714}" type="presParOf" srcId="{68B5ED0B-A6E0-834A-AE44-323CAD61E5A8}" destId="{5B3CDE1A-230D-2A42-B8A1-25FEC350D52E}" srcOrd="13" destOrd="0" presId="urn:microsoft.com/office/officeart/2005/8/layout/vProcess5"/>
    <dgm:cxn modelId="{9DBDB5DB-29E6-3B45-B261-8C673D6E5805}" type="presParOf" srcId="{68B5ED0B-A6E0-834A-AE44-323CAD61E5A8}" destId="{8772BD61-1075-3948-9098-EBEC2398CC0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901BBF-3578-40BB-B39F-95362A6F9D90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CE9B1E6-1C5B-4492-B9B0-A5B898B5B72C}">
      <dgm:prSet/>
      <dgm:spPr/>
      <dgm:t>
        <a:bodyPr/>
        <a:lstStyle/>
        <a:p>
          <a:r>
            <a:rPr lang="en-US" b="1"/>
            <a:t>Demo Flow:</a:t>
          </a:r>
          <a:endParaRPr lang="en-US"/>
        </a:p>
      </dgm:t>
    </dgm:pt>
    <dgm:pt modelId="{E1059D88-FF73-42CE-912D-217B1BBBCAF6}" type="parTrans" cxnId="{25FD8DA2-DFE3-48EA-ABFD-83A8635141FD}">
      <dgm:prSet/>
      <dgm:spPr/>
      <dgm:t>
        <a:bodyPr/>
        <a:lstStyle/>
        <a:p>
          <a:endParaRPr lang="en-US"/>
        </a:p>
      </dgm:t>
    </dgm:pt>
    <dgm:pt modelId="{72318C9E-E722-47EC-BF92-731AE6B462E3}" type="sibTrans" cxnId="{25FD8DA2-DFE3-48EA-ABFD-83A8635141FD}">
      <dgm:prSet/>
      <dgm:spPr/>
      <dgm:t>
        <a:bodyPr/>
        <a:lstStyle/>
        <a:p>
          <a:endParaRPr lang="en-US"/>
        </a:p>
      </dgm:t>
    </dgm:pt>
    <dgm:pt modelId="{2999C5F0-6804-4DBE-BD47-2213D4A74A3E}">
      <dgm:prSet/>
      <dgm:spPr/>
      <dgm:t>
        <a:bodyPr/>
        <a:lstStyle/>
        <a:p>
          <a:r>
            <a:rPr lang="en-US"/>
            <a:t>1. Network Setup</a:t>
          </a:r>
        </a:p>
      </dgm:t>
    </dgm:pt>
    <dgm:pt modelId="{10BE8C69-28B1-48D9-BFF6-5F47394A0849}" type="parTrans" cxnId="{8FC00B7B-51BE-4E08-9637-FDE86D2A872B}">
      <dgm:prSet/>
      <dgm:spPr/>
      <dgm:t>
        <a:bodyPr/>
        <a:lstStyle/>
        <a:p>
          <a:endParaRPr lang="en-US"/>
        </a:p>
      </dgm:t>
    </dgm:pt>
    <dgm:pt modelId="{FA57743F-22D6-4C93-9A3F-F2ED9E8F3078}" type="sibTrans" cxnId="{8FC00B7B-51BE-4E08-9637-FDE86D2A872B}">
      <dgm:prSet/>
      <dgm:spPr/>
      <dgm:t>
        <a:bodyPr/>
        <a:lstStyle/>
        <a:p>
          <a:endParaRPr lang="en-US"/>
        </a:p>
      </dgm:t>
    </dgm:pt>
    <dgm:pt modelId="{3C9E43F3-EADE-481D-840B-F6056AA07978}">
      <dgm:prSet/>
      <dgm:spPr/>
      <dgm:t>
        <a:bodyPr/>
        <a:lstStyle/>
        <a:p>
          <a:r>
            <a:rPr lang="en-US"/>
            <a:t>2. Smart Contract Deployment</a:t>
          </a:r>
        </a:p>
      </dgm:t>
    </dgm:pt>
    <dgm:pt modelId="{61647344-38F6-470C-852B-B052A54B7D97}" type="parTrans" cxnId="{BA9F2B00-5126-447D-BE70-B329ACEA22AB}">
      <dgm:prSet/>
      <dgm:spPr/>
      <dgm:t>
        <a:bodyPr/>
        <a:lstStyle/>
        <a:p>
          <a:endParaRPr lang="en-US"/>
        </a:p>
      </dgm:t>
    </dgm:pt>
    <dgm:pt modelId="{D96EBF25-4A88-44BD-98E5-F1593DD74AAE}" type="sibTrans" cxnId="{BA9F2B00-5126-447D-BE70-B329ACEA22AB}">
      <dgm:prSet/>
      <dgm:spPr/>
      <dgm:t>
        <a:bodyPr/>
        <a:lstStyle/>
        <a:p>
          <a:endParaRPr lang="en-US"/>
        </a:p>
      </dgm:t>
    </dgm:pt>
    <dgm:pt modelId="{5C169CDD-D923-484A-8E77-DC9687957652}">
      <dgm:prSet/>
      <dgm:spPr/>
      <dgm:t>
        <a:bodyPr/>
        <a:lstStyle/>
        <a:p>
          <a:r>
            <a:rPr lang="en-US"/>
            <a:t>3. Transaction Execution</a:t>
          </a:r>
        </a:p>
      </dgm:t>
    </dgm:pt>
    <dgm:pt modelId="{33E49BEE-084F-43E3-9C1A-AB5F06C8A825}" type="parTrans" cxnId="{3012185F-DA77-4F45-A835-CBE5D915CEE3}">
      <dgm:prSet/>
      <dgm:spPr/>
      <dgm:t>
        <a:bodyPr/>
        <a:lstStyle/>
        <a:p>
          <a:endParaRPr lang="en-US"/>
        </a:p>
      </dgm:t>
    </dgm:pt>
    <dgm:pt modelId="{B0BF56B7-D344-4903-A44E-F084CD43A819}" type="sibTrans" cxnId="{3012185F-DA77-4F45-A835-CBE5D915CEE3}">
      <dgm:prSet/>
      <dgm:spPr/>
      <dgm:t>
        <a:bodyPr/>
        <a:lstStyle/>
        <a:p>
          <a:endParaRPr lang="en-US"/>
        </a:p>
      </dgm:t>
    </dgm:pt>
    <dgm:pt modelId="{44557795-2271-425F-A351-1BD0F5AE4A2C}">
      <dgm:prSet/>
      <dgm:spPr/>
      <dgm:t>
        <a:bodyPr/>
        <a:lstStyle/>
        <a:p>
          <a:r>
            <a:rPr lang="en-US"/>
            <a:t>4. History Query</a:t>
          </a:r>
        </a:p>
      </dgm:t>
    </dgm:pt>
    <dgm:pt modelId="{A3FE252A-85DE-4083-9697-BA368AE38936}" type="parTrans" cxnId="{79EE4EC5-8730-400C-9342-DA05D004D4A6}">
      <dgm:prSet/>
      <dgm:spPr/>
      <dgm:t>
        <a:bodyPr/>
        <a:lstStyle/>
        <a:p>
          <a:endParaRPr lang="en-US"/>
        </a:p>
      </dgm:t>
    </dgm:pt>
    <dgm:pt modelId="{4BEC2ED2-583E-4846-8EE6-3B13741FCDD4}" type="sibTrans" cxnId="{79EE4EC5-8730-400C-9342-DA05D004D4A6}">
      <dgm:prSet/>
      <dgm:spPr/>
      <dgm:t>
        <a:bodyPr/>
        <a:lstStyle/>
        <a:p>
          <a:endParaRPr lang="en-US"/>
        </a:p>
      </dgm:t>
    </dgm:pt>
    <dgm:pt modelId="{4F0F37AD-6D7F-4FD2-AB1E-5ACCF0853916}">
      <dgm:prSet/>
      <dgm:spPr/>
      <dgm:t>
        <a:bodyPr/>
        <a:lstStyle/>
        <a:p>
          <a:r>
            <a:rPr lang="en-US" b="1"/>
            <a:t>Goal: Demonstrate blockchain immutability and evidence traceability.</a:t>
          </a:r>
          <a:endParaRPr lang="en-US"/>
        </a:p>
      </dgm:t>
    </dgm:pt>
    <dgm:pt modelId="{E82E0FD7-0C59-4970-A7C6-D13FA91EAC95}" type="parTrans" cxnId="{39C0FF58-2D35-4499-8B2A-5B2F984FA794}">
      <dgm:prSet/>
      <dgm:spPr/>
      <dgm:t>
        <a:bodyPr/>
        <a:lstStyle/>
        <a:p>
          <a:endParaRPr lang="en-US"/>
        </a:p>
      </dgm:t>
    </dgm:pt>
    <dgm:pt modelId="{1E5B1D38-B5FF-4E91-A2AE-59EB63FAAEBC}" type="sibTrans" cxnId="{39C0FF58-2D35-4499-8B2A-5B2F984FA794}">
      <dgm:prSet/>
      <dgm:spPr/>
      <dgm:t>
        <a:bodyPr/>
        <a:lstStyle/>
        <a:p>
          <a:endParaRPr lang="en-US"/>
        </a:p>
      </dgm:t>
    </dgm:pt>
    <dgm:pt modelId="{DB28082C-C263-B548-B00A-5E42AF7D1277}" type="pres">
      <dgm:prSet presAssocID="{EC901BBF-3578-40BB-B39F-95362A6F9D90}" presName="cycle" presStyleCnt="0">
        <dgm:presLayoutVars>
          <dgm:dir/>
          <dgm:resizeHandles val="exact"/>
        </dgm:presLayoutVars>
      </dgm:prSet>
      <dgm:spPr/>
    </dgm:pt>
    <dgm:pt modelId="{0A07D672-F034-6642-A3AF-1C63CA6B8A40}" type="pres">
      <dgm:prSet presAssocID="{6CE9B1E6-1C5B-4492-B9B0-A5B898B5B72C}" presName="dummy" presStyleCnt="0"/>
      <dgm:spPr/>
    </dgm:pt>
    <dgm:pt modelId="{DB84EA4C-20AD-2B48-8050-BFD265C74108}" type="pres">
      <dgm:prSet presAssocID="{6CE9B1E6-1C5B-4492-B9B0-A5B898B5B72C}" presName="node" presStyleLbl="revTx" presStyleIdx="0" presStyleCnt="6">
        <dgm:presLayoutVars>
          <dgm:bulletEnabled val="1"/>
        </dgm:presLayoutVars>
      </dgm:prSet>
      <dgm:spPr/>
    </dgm:pt>
    <dgm:pt modelId="{840C1FE0-4F81-5645-A799-F3E7E371CF43}" type="pres">
      <dgm:prSet presAssocID="{72318C9E-E722-47EC-BF92-731AE6B462E3}" presName="sibTrans" presStyleLbl="node1" presStyleIdx="0" presStyleCnt="6"/>
      <dgm:spPr/>
    </dgm:pt>
    <dgm:pt modelId="{338F05E8-3D51-3B4F-9D82-D772521748AD}" type="pres">
      <dgm:prSet presAssocID="{2999C5F0-6804-4DBE-BD47-2213D4A74A3E}" presName="dummy" presStyleCnt="0"/>
      <dgm:spPr/>
    </dgm:pt>
    <dgm:pt modelId="{E3EB2CE6-7098-3B49-B7E9-751168B798B1}" type="pres">
      <dgm:prSet presAssocID="{2999C5F0-6804-4DBE-BD47-2213D4A74A3E}" presName="node" presStyleLbl="revTx" presStyleIdx="1" presStyleCnt="6">
        <dgm:presLayoutVars>
          <dgm:bulletEnabled val="1"/>
        </dgm:presLayoutVars>
      </dgm:prSet>
      <dgm:spPr/>
    </dgm:pt>
    <dgm:pt modelId="{89F365E2-063E-4240-92E8-343144A4F783}" type="pres">
      <dgm:prSet presAssocID="{FA57743F-22D6-4C93-9A3F-F2ED9E8F3078}" presName="sibTrans" presStyleLbl="node1" presStyleIdx="1" presStyleCnt="6"/>
      <dgm:spPr/>
    </dgm:pt>
    <dgm:pt modelId="{762E6384-ABAE-9049-A0A0-798D8D339BD0}" type="pres">
      <dgm:prSet presAssocID="{3C9E43F3-EADE-481D-840B-F6056AA07978}" presName="dummy" presStyleCnt="0"/>
      <dgm:spPr/>
    </dgm:pt>
    <dgm:pt modelId="{315CC6B7-F0CA-F542-A3A2-4E83D05F4633}" type="pres">
      <dgm:prSet presAssocID="{3C9E43F3-EADE-481D-840B-F6056AA07978}" presName="node" presStyleLbl="revTx" presStyleIdx="2" presStyleCnt="6">
        <dgm:presLayoutVars>
          <dgm:bulletEnabled val="1"/>
        </dgm:presLayoutVars>
      </dgm:prSet>
      <dgm:spPr/>
    </dgm:pt>
    <dgm:pt modelId="{A6F6AEAF-A7AC-FB4A-A547-A8CC824B93E7}" type="pres">
      <dgm:prSet presAssocID="{D96EBF25-4A88-44BD-98E5-F1593DD74AAE}" presName="sibTrans" presStyleLbl="node1" presStyleIdx="2" presStyleCnt="6"/>
      <dgm:spPr/>
    </dgm:pt>
    <dgm:pt modelId="{E13CAADF-E752-254A-9CCF-4F457B5F7F17}" type="pres">
      <dgm:prSet presAssocID="{5C169CDD-D923-484A-8E77-DC9687957652}" presName="dummy" presStyleCnt="0"/>
      <dgm:spPr/>
    </dgm:pt>
    <dgm:pt modelId="{3DBE4043-FB7A-7149-8C6E-3FD7FA8B98B2}" type="pres">
      <dgm:prSet presAssocID="{5C169CDD-D923-484A-8E77-DC9687957652}" presName="node" presStyleLbl="revTx" presStyleIdx="3" presStyleCnt="6">
        <dgm:presLayoutVars>
          <dgm:bulletEnabled val="1"/>
        </dgm:presLayoutVars>
      </dgm:prSet>
      <dgm:spPr/>
    </dgm:pt>
    <dgm:pt modelId="{6E71EA2F-EFF8-B743-9B61-52201ADC8A8D}" type="pres">
      <dgm:prSet presAssocID="{B0BF56B7-D344-4903-A44E-F084CD43A819}" presName="sibTrans" presStyleLbl="node1" presStyleIdx="3" presStyleCnt="6"/>
      <dgm:spPr/>
    </dgm:pt>
    <dgm:pt modelId="{9A267E7C-F898-7843-AFB4-54D18E3E707F}" type="pres">
      <dgm:prSet presAssocID="{44557795-2271-425F-A351-1BD0F5AE4A2C}" presName="dummy" presStyleCnt="0"/>
      <dgm:spPr/>
    </dgm:pt>
    <dgm:pt modelId="{9D31B892-1186-2B48-97FA-22039E71784D}" type="pres">
      <dgm:prSet presAssocID="{44557795-2271-425F-A351-1BD0F5AE4A2C}" presName="node" presStyleLbl="revTx" presStyleIdx="4" presStyleCnt="6">
        <dgm:presLayoutVars>
          <dgm:bulletEnabled val="1"/>
        </dgm:presLayoutVars>
      </dgm:prSet>
      <dgm:spPr/>
    </dgm:pt>
    <dgm:pt modelId="{E56880A5-0941-E142-86C0-34FF9308CD96}" type="pres">
      <dgm:prSet presAssocID="{4BEC2ED2-583E-4846-8EE6-3B13741FCDD4}" presName="sibTrans" presStyleLbl="node1" presStyleIdx="4" presStyleCnt="6"/>
      <dgm:spPr/>
    </dgm:pt>
    <dgm:pt modelId="{7F35E3AA-CF27-D847-B9EF-894F0E27A6C8}" type="pres">
      <dgm:prSet presAssocID="{4F0F37AD-6D7F-4FD2-AB1E-5ACCF0853916}" presName="dummy" presStyleCnt="0"/>
      <dgm:spPr/>
    </dgm:pt>
    <dgm:pt modelId="{860985F5-29AD-5845-B79F-C5485BAA5D48}" type="pres">
      <dgm:prSet presAssocID="{4F0F37AD-6D7F-4FD2-AB1E-5ACCF0853916}" presName="node" presStyleLbl="revTx" presStyleIdx="5" presStyleCnt="6">
        <dgm:presLayoutVars>
          <dgm:bulletEnabled val="1"/>
        </dgm:presLayoutVars>
      </dgm:prSet>
      <dgm:spPr/>
    </dgm:pt>
    <dgm:pt modelId="{D65D814B-D479-AB42-8A9A-65DD9F327F5A}" type="pres">
      <dgm:prSet presAssocID="{1E5B1D38-B5FF-4E91-A2AE-59EB63FAAEBC}" presName="sibTrans" presStyleLbl="node1" presStyleIdx="5" presStyleCnt="6"/>
      <dgm:spPr/>
    </dgm:pt>
  </dgm:ptLst>
  <dgm:cxnLst>
    <dgm:cxn modelId="{BA9F2B00-5126-447D-BE70-B329ACEA22AB}" srcId="{EC901BBF-3578-40BB-B39F-95362A6F9D90}" destId="{3C9E43F3-EADE-481D-840B-F6056AA07978}" srcOrd="2" destOrd="0" parTransId="{61647344-38F6-470C-852B-B052A54B7D97}" sibTransId="{D96EBF25-4A88-44BD-98E5-F1593DD74AAE}"/>
    <dgm:cxn modelId="{781B8606-7774-0444-8C8C-D059E15B511B}" type="presOf" srcId="{44557795-2271-425F-A351-1BD0F5AE4A2C}" destId="{9D31B892-1186-2B48-97FA-22039E71784D}" srcOrd="0" destOrd="0" presId="urn:microsoft.com/office/officeart/2005/8/layout/cycle1"/>
    <dgm:cxn modelId="{0CB69314-B3A1-724C-A8E4-6FD7414F8296}" type="presOf" srcId="{1E5B1D38-B5FF-4E91-A2AE-59EB63FAAEBC}" destId="{D65D814B-D479-AB42-8A9A-65DD9F327F5A}" srcOrd="0" destOrd="0" presId="urn:microsoft.com/office/officeart/2005/8/layout/cycle1"/>
    <dgm:cxn modelId="{63805516-C435-BE40-9320-8388ECC9C4E1}" type="presOf" srcId="{72318C9E-E722-47EC-BF92-731AE6B462E3}" destId="{840C1FE0-4F81-5645-A799-F3E7E371CF43}" srcOrd="0" destOrd="0" presId="urn:microsoft.com/office/officeart/2005/8/layout/cycle1"/>
    <dgm:cxn modelId="{F2BC5A3D-F3B0-C745-AB83-D36DAC41058F}" type="presOf" srcId="{2999C5F0-6804-4DBE-BD47-2213D4A74A3E}" destId="{E3EB2CE6-7098-3B49-B7E9-751168B798B1}" srcOrd="0" destOrd="0" presId="urn:microsoft.com/office/officeart/2005/8/layout/cycle1"/>
    <dgm:cxn modelId="{95DEBC42-8E8B-374D-8E3B-989FD9795DF8}" type="presOf" srcId="{4BEC2ED2-583E-4846-8EE6-3B13741FCDD4}" destId="{E56880A5-0941-E142-86C0-34FF9308CD96}" srcOrd="0" destOrd="0" presId="urn:microsoft.com/office/officeart/2005/8/layout/cycle1"/>
    <dgm:cxn modelId="{E226CA50-74F5-1A44-A5E7-4F56101D7AD2}" type="presOf" srcId="{FA57743F-22D6-4C93-9A3F-F2ED9E8F3078}" destId="{89F365E2-063E-4240-92E8-343144A4F783}" srcOrd="0" destOrd="0" presId="urn:microsoft.com/office/officeart/2005/8/layout/cycle1"/>
    <dgm:cxn modelId="{39C0FF58-2D35-4499-8B2A-5B2F984FA794}" srcId="{EC901BBF-3578-40BB-B39F-95362A6F9D90}" destId="{4F0F37AD-6D7F-4FD2-AB1E-5ACCF0853916}" srcOrd="5" destOrd="0" parTransId="{E82E0FD7-0C59-4970-A7C6-D13FA91EAC95}" sibTransId="{1E5B1D38-B5FF-4E91-A2AE-59EB63FAAEBC}"/>
    <dgm:cxn modelId="{3012185F-DA77-4F45-A835-CBE5D915CEE3}" srcId="{EC901BBF-3578-40BB-B39F-95362A6F9D90}" destId="{5C169CDD-D923-484A-8E77-DC9687957652}" srcOrd="3" destOrd="0" parTransId="{33E49BEE-084F-43E3-9C1A-AB5F06C8A825}" sibTransId="{B0BF56B7-D344-4903-A44E-F084CD43A819}"/>
    <dgm:cxn modelId="{FF5C635F-94E2-6949-A331-5CA836710092}" type="presOf" srcId="{5C169CDD-D923-484A-8E77-DC9687957652}" destId="{3DBE4043-FB7A-7149-8C6E-3FD7FA8B98B2}" srcOrd="0" destOrd="0" presId="urn:microsoft.com/office/officeart/2005/8/layout/cycle1"/>
    <dgm:cxn modelId="{17186762-827F-AC43-8579-4B5DCE4F6B5D}" type="presOf" srcId="{B0BF56B7-D344-4903-A44E-F084CD43A819}" destId="{6E71EA2F-EFF8-B743-9B61-52201ADC8A8D}" srcOrd="0" destOrd="0" presId="urn:microsoft.com/office/officeart/2005/8/layout/cycle1"/>
    <dgm:cxn modelId="{BC7A3473-D74B-4D4C-BE11-254EEB14419C}" type="presOf" srcId="{EC901BBF-3578-40BB-B39F-95362A6F9D90}" destId="{DB28082C-C263-B548-B00A-5E42AF7D1277}" srcOrd="0" destOrd="0" presId="urn:microsoft.com/office/officeart/2005/8/layout/cycle1"/>
    <dgm:cxn modelId="{B1FB3874-5ED4-C747-BA7F-2CF54EDF8F72}" type="presOf" srcId="{6CE9B1E6-1C5B-4492-B9B0-A5B898B5B72C}" destId="{DB84EA4C-20AD-2B48-8050-BFD265C74108}" srcOrd="0" destOrd="0" presId="urn:microsoft.com/office/officeart/2005/8/layout/cycle1"/>
    <dgm:cxn modelId="{8FC00B7B-51BE-4E08-9637-FDE86D2A872B}" srcId="{EC901BBF-3578-40BB-B39F-95362A6F9D90}" destId="{2999C5F0-6804-4DBE-BD47-2213D4A74A3E}" srcOrd="1" destOrd="0" parTransId="{10BE8C69-28B1-48D9-BFF6-5F47394A0849}" sibTransId="{FA57743F-22D6-4C93-9A3F-F2ED9E8F3078}"/>
    <dgm:cxn modelId="{2B2BDE7C-9292-E34B-9B58-67CF1DFB88AD}" type="presOf" srcId="{D96EBF25-4A88-44BD-98E5-F1593DD74AAE}" destId="{A6F6AEAF-A7AC-FB4A-A547-A8CC824B93E7}" srcOrd="0" destOrd="0" presId="urn:microsoft.com/office/officeart/2005/8/layout/cycle1"/>
    <dgm:cxn modelId="{21A34492-023F-7946-A51F-1BE3631BF168}" type="presOf" srcId="{3C9E43F3-EADE-481D-840B-F6056AA07978}" destId="{315CC6B7-F0CA-F542-A3A2-4E83D05F4633}" srcOrd="0" destOrd="0" presId="urn:microsoft.com/office/officeart/2005/8/layout/cycle1"/>
    <dgm:cxn modelId="{25FD8DA2-DFE3-48EA-ABFD-83A8635141FD}" srcId="{EC901BBF-3578-40BB-B39F-95362A6F9D90}" destId="{6CE9B1E6-1C5B-4492-B9B0-A5B898B5B72C}" srcOrd="0" destOrd="0" parTransId="{E1059D88-FF73-42CE-912D-217B1BBBCAF6}" sibTransId="{72318C9E-E722-47EC-BF92-731AE6B462E3}"/>
    <dgm:cxn modelId="{0CB007B6-631A-0B45-AB5F-9EABF812CA20}" type="presOf" srcId="{4F0F37AD-6D7F-4FD2-AB1E-5ACCF0853916}" destId="{860985F5-29AD-5845-B79F-C5485BAA5D48}" srcOrd="0" destOrd="0" presId="urn:microsoft.com/office/officeart/2005/8/layout/cycle1"/>
    <dgm:cxn modelId="{79EE4EC5-8730-400C-9342-DA05D004D4A6}" srcId="{EC901BBF-3578-40BB-B39F-95362A6F9D90}" destId="{44557795-2271-425F-A351-1BD0F5AE4A2C}" srcOrd="4" destOrd="0" parTransId="{A3FE252A-85DE-4083-9697-BA368AE38936}" sibTransId="{4BEC2ED2-583E-4846-8EE6-3B13741FCDD4}"/>
    <dgm:cxn modelId="{532786CB-471D-004F-BB5D-5A178F2A7C3A}" type="presParOf" srcId="{DB28082C-C263-B548-B00A-5E42AF7D1277}" destId="{0A07D672-F034-6642-A3AF-1C63CA6B8A40}" srcOrd="0" destOrd="0" presId="urn:microsoft.com/office/officeart/2005/8/layout/cycle1"/>
    <dgm:cxn modelId="{B075F6E4-D895-6543-A3C9-A83F1970EDE9}" type="presParOf" srcId="{DB28082C-C263-B548-B00A-5E42AF7D1277}" destId="{DB84EA4C-20AD-2B48-8050-BFD265C74108}" srcOrd="1" destOrd="0" presId="urn:microsoft.com/office/officeart/2005/8/layout/cycle1"/>
    <dgm:cxn modelId="{E2FF2EE6-EE93-5E45-B7AA-23E9AAD75DE3}" type="presParOf" srcId="{DB28082C-C263-B548-B00A-5E42AF7D1277}" destId="{840C1FE0-4F81-5645-A799-F3E7E371CF43}" srcOrd="2" destOrd="0" presId="urn:microsoft.com/office/officeart/2005/8/layout/cycle1"/>
    <dgm:cxn modelId="{8764955F-24E1-3745-9C6A-47DC3BBC5567}" type="presParOf" srcId="{DB28082C-C263-B548-B00A-5E42AF7D1277}" destId="{338F05E8-3D51-3B4F-9D82-D772521748AD}" srcOrd="3" destOrd="0" presId="urn:microsoft.com/office/officeart/2005/8/layout/cycle1"/>
    <dgm:cxn modelId="{031B5034-9112-4A49-9A37-33492EE0B509}" type="presParOf" srcId="{DB28082C-C263-B548-B00A-5E42AF7D1277}" destId="{E3EB2CE6-7098-3B49-B7E9-751168B798B1}" srcOrd="4" destOrd="0" presId="urn:microsoft.com/office/officeart/2005/8/layout/cycle1"/>
    <dgm:cxn modelId="{4DC185AF-4813-B04D-A010-D8DD1E886C10}" type="presParOf" srcId="{DB28082C-C263-B548-B00A-5E42AF7D1277}" destId="{89F365E2-063E-4240-92E8-343144A4F783}" srcOrd="5" destOrd="0" presId="urn:microsoft.com/office/officeart/2005/8/layout/cycle1"/>
    <dgm:cxn modelId="{C567EFB0-3D7E-3A43-8DCF-59E8EDA4A7FD}" type="presParOf" srcId="{DB28082C-C263-B548-B00A-5E42AF7D1277}" destId="{762E6384-ABAE-9049-A0A0-798D8D339BD0}" srcOrd="6" destOrd="0" presId="urn:microsoft.com/office/officeart/2005/8/layout/cycle1"/>
    <dgm:cxn modelId="{1D5BCF9A-7330-194E-957F-47E3243597BE}" type="presParOf" srcId="{DB28082C-C263-B548-B00A-5E42AF7D1277}" destId="{315CC6B7-F0CA-F542-A3A2-4E83D05F4633}" srcOrd="7" destOrd="0" presId="urn:microsoft.com/office/officeart/2005/8/layout/cycle1"/>
    <dgm:cxn modelId="{59BC7A14-AC92-834F-A549-A0034FEB3B9F}" type="presParOf" srcId="{DB28082C-C263-B548-B00A-5E42AF7D1277}" destId="{A6F6AEAF-A7AC-FB4A-A547-A8CC824B93E7}" srcOrd="8" destOrd="0" presId="urn:microsoft.com/office/officeart/2005/8/layout/cycle1"/>
    <dgm:cxn modelId="{F96B8C66-CF24-6E42-A640-2313FAEABCA5}" type="presParOf" srcId="{DB28082C-C263-B548-B00A-5E42AF7D1277}" destId="{E13CAADF-E752-254A-9CCF-4F457B5F7F17}" srcOrd="9" destOrd="0" presId="urn:microsoft.com/office/officeart/2005/8/layout/cycle1"/>
    <dgm:cxn modelId="{424C8FE3-6274-F843-8830-E8EAFB50FB09}" type="presParOf" srcId="{DB28082C-C263-B548-B00A-5E42AF7D1277}" destId="{3DBE4043-FB7A-7149-8C6E-3FD7FA8B98B2}" srcOrd="10" destOrd="0" presId="urn:microsoft.com/office/officeart/2005/8/layout/cycle1"/>
    <dgm:cxn modelId="{8F017F35-33B6-5743-AD1E-FC7B6597069C}" type="presParOf" srcId="{DB28082C-C263-B548-B00A-5E42AF7D1277}" destId="{6E71EA2F-EFF8-B743-9B61-52201ADC8A8D}" srcOrd="11" destOrd="0" presId="urn:microsoft.com/office/officeart/2005/8/layout/cycle1"/>
    <dgm:cxn modelId="{DBDE0C7F-F031-0A4E-B398-7C9790B13C6F}" type="presParOf" srcId="{DB28082C-C263-B548-B00A-5E42AF7D1277}" destId="{9A267E7C-F898-7843-AFB4-54D18E3E707F}" srcOrd="12" destOrd="0" presId="urn:microsoft.com/office/officeart/2005/8/layout/cycle1"/>
    <dgm:cxn modelId="{300D8E80-339A-9E4E-B997-FD8BBB4F2D61}" type="presParOf" srcId="{DB28082C-C263-B548-B00A-5E42AF7D1277}" destId="{9D31B892-1186-2B48-97FA-22039E71784D}" srcOrd="13" destOrd="0" presId="urn:microsoft.com/office/officeart/2005/8/layout/cycle1"/>
    <dgm:cxn modelId="{A65B50CC-E6C9-2B4C-9464-BFE77B5D6EB1}" type="presParOf" srcId="{DB28082C-C263-B548-B00A-5E42AF7D1277}" destId="{E56880A5-0941-E142-86C0-34FF9308CD96}" srcOrd="14" destOrd="0" presId="urn:microsoft.com/office/officeart/2005/8/layout/cycle1"/>
    <dgm:cxn modelId="{F10323CB-1267-5848-9426-390E2174A70B}" type="presParOf" srcId="{DB28082C-C263-B548-B00A-5E42AF7D1277}" destId="{7F35E3AA-CF27-D847-B9EF-894F0E27A6C8}" srcOrd="15" destOrd="0" presId="urn:microsoft.com/office/officeart/2005/8/layout/cycle1"/>
    <dgm:cxn modelId="{1CC15ED4-DE4F-614E-8ACF-520EAE818B5D}" type="presParOf" srcId="{DB28082C-C263-B548-B00A-5E42AF7D1277}" destId="{860985F5-29AD-5845-B79F-C5485BAA5D48}" srcOrd="16" destOrd="0" presId="urn:microsoft.com/office/officeart/2005/8/layout/cycle1"/>
    <dgm:cxn modelId="{AF1341D3-8A46-D94E-8ED6-10CB92307889}" type="presParOf" srcId="{DB28082C-C263-B548-B00A-5E42AF7D1277}" destId="{D65D814B-D479-AB42-8A9A-65DD9F327F5A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BB43F0-E3C8-42D3-8A8F-977B0584CF1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8C5663A-1C93-4BA5-98C7-74A82C04D75B}">
      <dgm:prSet/>
      <dgm:spPr/>
      <dgm:t>
        <a:bodyPr/>
        <a:lstStyle/>
        <a:p>
          <a:r>
            <a:rPr lang="en-US" b="1"/>
            <a:t>Command: ./network.sh up createChannel -c forensic-chainguard -ca</a:t>
          </a:r>
          <a:endParaRPr lang="en-US"/>
        </a:p>
      </dgm:t>
    </dgm:pt>
    <dgm:pt modelId="{8C0D991A-D427-4897-9B5A-7DBCCA9B4702}" type="parTrans" cxnId="{80FF56DA-C1E3-4C66-8863-946DD8B811A3}">
      <dgm:prSet/>
      <dgm:spPr/>
      <dgm:t>
        <a:bodyPr/>
        <a:lstStyle/>
        <a:p>
          <a:endParaRPr lang="en-US"/>
        </a:p>
      </dgm:t>
    </dgm:pt>
    <dgm:pt modelId="{FB3A0526-6348-4566-B7E7-4707A7571524}" type="sibTrans" cxnId="{80FF56DA-C1E3-4C66-8863-946DD8B811A3}">
      <dgm:prSet/>
      <dgm:spPr/>
      <dgm:t>
        <a:bodyPr/>
        <a:lstStyle/>
        <a:p>
          <a:endParaRPr lang="en-US"/>
        </a:p>
      </dgm:t>
    </dgm:pt>
    <dgm:pt modelId="{E2CBD83C-52C3-41EB-BE9D-10940A4E41BA}">
      <dgm:prSet/>
      <dgm:spPr/>
      <dgm:t>
        <a:bodyPr/>
        <a:lstStyle/>
        <a:p>
          <a:r>
            <a:rPr lang="en-US"/>
            <a:t>Initializes Fabric network with 2 orgs, peers, and CAs.</a:t>
          </a:r>
        </a:p>
      </dgm:t>
    </dgm:pt>
    <dgm:pt modelId="{4A4E2022-7960-47C7-B881-B6E0526549D7}" type="parTrans" cxnId="{EBD8D55C-40A4-4790-B5B6-ECB2AEC59A35}">
      <dgm:prSet/>
      <dgm:spPr/>
      <dgm:t>
        <a:bodyPr/>
        <a:lstStyle/>
        <a:p>
          <a:endParaRPr lang="en-US"/>
        </a:p>
      </dgm:t>
    </dgm:pt>
    <dgm:pt modelId="{357A5BCC-D591-443E-ABA6-0E50C666515D}" type="sibTrans" cxnId="{EBD8D55C-40A4-4790-B5B6-ECB2AEC59A35}">
      <dgm:prSet/>
      <dgm:spPr/>
      <dgm:t>
        <a:bodyPr/>
        <a:lstStyle/>
        <a:p>
          <a:endParaRPr lang="en-US"/>
        </a:p>
      </dgm:t>
    </dgm:pt>
    <dgm:pt modelId="{ED7A2F10-B366-4859-94AF-B3A485E1B17A}">
      <dgm:prSet/>
      <dgm:spPr/>
      <dgm:t>
        <a:bodyPr/>
        <a:lstStyle/>
        <a:p>
          <a:r>
            <a:rPr lang="en-US"/>
            <a:t>Creates and joins channel forensic-chainguard.</a:t>
          </a:r>
        </a:p>
      </dgm:t>
    </dgm:pt>
    <dgm:pt modelId="{FC8A5B44-DA6A-4383-9E3A-CED170FF1991}" type="parTrans" cxnId="{221387E7-4A97-45AD-A069-EB2459A32115}">
      <dgm:prSet/>
      <dgm:spPr/>
      <dgm:t>
        <a:bodyPr/>
        <a:lstStyle/>
        <a:p>
          <a:endParaRPr lang="en-US"/>
        </a:p>
      </dgm:t>
    </dgm:pt>
    <dgm:pt modelId="{FC9E581B-E547-43DD-85E4-7DB232C961B9}" type="sibTrans" cxnId="{221387E7-4A97-45AD-A069-EB2459A32115}">
      <dgm:prSet/>
      <dgm:spPr/>
      <dgm:t>
        <a:bodyPr/>
        <a:lstStyle/>
        <a:p>
          <a:endParaRPr lang="en-US"/>
        </a:p>
      </dgm:t>
    </dgm:pt>
    <dgm:pt modelId="{B0FB8508-D1FF-4DAF-8481-8BD8D7A0DEE3}">
      <dgm:prSet/>
      <dgm:spPr/>
      <dgm:t>
        <a:bodyPr/>
        <a:lstStyle/>
        <a:p>
          <a:r>
            <a:rPr lang="en-US"/>
            <a:t>Sets anchor peers for inter-org communication.</a:t>
          </a:r>
        </a:p>
      </dgm:t>
    </dgm:pt>
    <dgm:pt modelId="{E11E6AE5-3354-46C8-BF6C-535A61F608FE}" type="parTrans" cxnId="{F41D8214-5864-414D-8716-6A63F5CAA709}">
      <dgm:prSet/>
      <dgm:spPr/>
      <dgm:t>
        <a:bodyPr/>
        <a:lstStyle/>
        <a:p>
          <a:endParaRPr lang="en-US"/>
        </a:p>
      </dgm:t>
    </dgm:pt>
    <dgm:pt modelId="{F7359CA2-A89B-434E-BD39-31476A7D97F1}" type="sibTrans" cxnId="{F41D8214-5864-414D-8716-6A63F5CAA709}">
      <dgm:prSet/>
      <dgm:spPr/>
      <dgm:t>
        <a:bodyPr/>
        <a:lstStyle/>
        <a:p>
          <a:endParaRPr lang="en-US"/>
        </a:p>
      </dgm:t>
    </dgm:pt>
    <dgm:pt modelId="{ECCBA0BC-79CD-4AC2-9363-5F465798CC95}">
      <dgm:prSet/>
      <dgm:spPr/>
      <dgm:t>
        <a:bodyPr/>
        <a:lstStyle/>
        <a:p>
          <a:r>
            <a:rPr lang="en-US"/>
            <a:t>Establishes blockchain infrastructure ready for chaincode deployment.</a:t>
          </a:r>
        </a:p>
      </dgm:t>
    </dgm:pt>
    <dgm:pt modelId="{EF675412-4CB9-43AE-9BB7-FD14859416B9}" type="parTrans" cxnId="{79EE0E9A-0382-4747-A1E9-9F8052C41504}">
      <dgm:prSet/>
      <dgm:spPr/>
      <dgm:t>
        <a:bodyPr/>
        <a:lstStyle/>
        <a:p>
          <a:endParaRPr lang="en-US"/>
        </a:p>
      </dgm:t>
    </dgm:pt>
    <dgm:pt modelId="{5728A534-769A-4556-B308-40E5E7A0A381}" type="sibTrans" cxnId="{79EE0E9A-0382-4747-A1E9-9F8052C41504}">
      <dgm:prSet/>
      <dgm:spPr/>
      <dgm:t>
        <a:bodyPr/>
        <a:lstStyle/>
        <a:p>
          <a:endParaRPr lang="en-US"/>
        </a:p>
      </dgm:t>
    </dgm:pt>
    <dgm:pt modelId="{CDA97549-4A74-674D-9789-73D1C19F9F85}" type="pres">
      <dgm:prSet presAssocID="{ADBB43F0-E3C8-42D3-8A8F-977B0584CF17}" presName="Name0" presStyleCnt="0">
        <dgm:presLayoutVars>
          <dgm:dir/>
          <dgm:animLvl val="lvl"/>
          <dgm:resizeHandles val="exact"/>
        </dgm:presLayoutVars>
      </dgm:prSet>
      <dgm:spPr/>
    </dgm:pt>
    <dgm:pt modelId="{285E7D1D-32EF-1743-8568-31766FCC5A9B}" type="pres">
      <dgm:prSet presAssocID="{ECCBA0BC-79CD-4AC2-9363-5F465798CC95}" presName="boxAndChildren" presStyleCnt="0"/>
      <dgm:spPr/>
    </dgm:pt>
    <dgm:pt modelId="{7B8BA7EB-039D-8149-BC79-3ADD0B86E22A}" type="pres">
      <dgm:prSet presAssocID="{ECCBA0BC-79CD-4AC2-9363-5F465798CC95}" presName="parentTextBox" presStyleLbl="node1" presStyleIdx="0" presStyleCnt="5"/>
      <dgm:spPr/>
    </dgm:pt>
    <dgm:pt modelId="{6D94333E-4F8A-794C-B112-9C73B706A793}" type="pres">
      <dgm:prSet presAssocID="{F7359CA2-A89B-434E-BD39-31476A7D97F1}" presName="sp" presStyleCnt="0"/>
      <dgm:spPr/>
    </dgm:pt>
    <dgm:pt modelId="{455F38D9-2981-F146-A4FB-112A7D6BCF13}" type="pres">
      <dgm:prSet presAssocID="{B0FB8508-D1FF-4DAF-8481-8BD8D7A0DEE3}" presName="arrowAndChildren" presStyleCnt="0"/>
      <dgm:spPr/>
    </dgm:pt>
    <dgm:pt modelId="{5A2FBB8E-3FDC-5148-B82F-2F5718F0E253}" type="pres">
      <dgm:prSet presAssocID="{B0FB8508-D1FF-4DAF-8481-8BD8D7A0DEE3}" presName="parentTextArrow" presStyleLbl="node1" presStyleIdx="1" presStyleCnt="5"/>
      <dgm:spPr/>
    </dgm:pt>
    <dgm:pt modelId="{49C986BE-26BC-6F44-8F60-8EF5EE3B1F27}" type="pres">
      <dgm:prSet presAssocID="{FC9E581B-E547-43DD-85E4-7DB232C961B9}" presName="sp" presStyleCnt="0"/>
      <dgm:spPr/>
    </dgm:pt>
    <dgm:pt modelId="{748967B6-6152-5543-A649-F8AD942D1CC0}" type="pres">
      <dgm:prSet presAssocID="{ED7A2F10-B366-4859-94AF-B3A485E1B17A}" presName="arrowAndChildren" presStyleCnt="0"/>
      <dgm:spPr/>
    </dgm:pt>
    <dgm:pt modelId="{9B10D23B-DCB5-1444-87D0-C813D8A0C089}" type="pres">
      <dgm:prSet presAssocID="{ED7A2F10-B366-4859-94AF-B3A485E1B17A}" presName="parentTextArrow" presStyleLbl="node1" presStyleIdx="2" presStyleCnt="5"/>
      <dgm:spPr/>
    </dgm:pt>
    <dgm:pt modelId="{412B5F12-A6AD-DA41-9695-D77AACAD0F2A}" type="pres">
      <dgm:prSet presAssocID="{357A5BCC-D591-443E-ABA6-0E50C666515D}" presName="sp" presStyleCnt="0"/>
      <dgm:spPr/>
    </dgm:pt>
    <dgm:pt modelId="{FD7B326A-3E40-9E44-A94E-AD07CD1DA5BB}" type="pres">
      <dgm:prSet presAssocID="{E2CBD83C-52C3-41EB-BE9D-10940A4E41BA}" presName="arrowAndChildren" presStyleCnt="0"/>
      <dgm:spPr/>
    </dgm:pt>
    <dgm:pt modelId="{845CA953-32C3-374A-9B9C-980DD0EFE3DF}" type="pres">
      <dgm:prSet presAssocID="{E2CBD83C-52C3-41EB-BE9D-10940A4E41BA}" presName="parentTextArrow" presStyleLbl="node1" presStyleIdx="3" presStyleCnt="5"/>
      <dgm:spPr/>
    </dgm:pt>
    <dgm:pt modelId="{C98F2798-6D5E-304B-8EB6-9858FF046EEE}" type="pres">
      <dgm:prSet presAssocID="{FB3A0526-6348-4566-B7E7-4707A7571524}" presName="sp" presStyleCnt="0"/>
      <dgm:spPr/>
    </dgm:pt>
    <dgm:pt modelId="{F15FD7C7-0548-F340-B99B-0F87DE06D56F}" type="pres">
      <dgm:prSet presAssocID="{58C5663A-1C93-4BA5-98C7-74A82C04D75B}" presName="arrowAndChildren" presStyleCnt="0"/>
      <dgm:spPr/>
    </dgm:pt>
    <dgm:pt modelId="{92452C3D-00B7-AD42-AA08-9A7625EBD391}" type="pres">
      <dgm:prSet presAssocID="{58C5663A-1C93-4BA5-98C7-74A82C04D75B}" presName="parentTextArrow" presStyleLbl="node1" presStyleIdx="4" presStyleCnt="5"/>
      <dgm:spPr/>
    </dgm:pt>
  </dgm:ptLst>
  <dgm:cxnLst>
    <dgm:cxn modelId="{F41D8214-5864-414D-8716-6A63F5CAA709}" srcId="{ADBB43F0-E3C8-42D3-8A8F-977B0584CF17}" destId="{B0FB8508-D1FF-4DAF-8481-8BD8D7A0DEE3}" srcOrd="3" destOrd="0" parTransId="{E11E6AE5-3354-46C8-BF6C-535A61F608FE}" sibTransId="{F7359CA2-A89B-434E-BD39-31476A7D97F1}"/>
    <dgm:cxn modelId="{67C3A034-9D7E-804B-8788-D9C2157F83DC}" type="presOf" srcId="{B0FB8508-D1FF-4DAF-8481-8BD8D7A0DEE3}" destId="{5A2FBB8E-3FDC-5148-B82F-2F5718F0E253}" srcOrd="0" destOrd="0" presId="urn:microsoft.com/office/officeart/2005/8/layout/process4"/>
    <dgm:cxn modelId="{EF5AFE51-BF49-0645-A4FB-F9C4F1C410B3}" type="presOf" srcId="{ECCBA0BC-79CD-4AC2-9363-5F465798CC95}" destId="{7B8BA7EB-039D-8149-BC79-3ADD0B86E22A}" srcOrd="0" destOrd="0" presId="urn:microsoft.com/office/officeart/2005/8/layout/process4"/>
    <dgm:cxn modelId="{EBD8D55C-40A4-4790-B5B6-ECB2AEC59A35}" srcId="{ADBB43F0-E3C8-42D3-8A8F-977B0584CF17}" destId="{E2CBD83C-52C3-41EB-BE9D-10940A4E41BA}" srcOrd="1" destOrd="0" parTransId="{4A4E2022-7960-47C7-B881-B6E0526549D7}" sibTransId="{357A5BCC-D591-443E-ABA6-0E50C666515D}"/>
    <dgm:cxn modelId="{36F26878-94DE-E14F-B3EE-79D53A313C33}" type="presOf" srcId="{ADBB43F0-E3C8-42D3-8A8F-977B0584CF17}" destId="{CDA97549-4A74-674D-9789-73D1C19F9F85}" srcOrd="0" destOrd="0" presId="urn:microsoft.com/office/officeart/2005/8/layout/process4"/>
    <dgm:cxn modelId="{79EE0E9A-0382-4747-A1E9-9F8052C41504}" srcId="{ADBB43F0-E3C8-42D3-8A8F-977B0584CF17}" destId="{ECCBA0BC-79CD-4AC2-9363-5F465798CC95}" srcOrd="4" destOrd="0" parTransId="{EF675412-4CB9-43AE-9BB7-FD14859416B9}" sibTransId="{5728A534-769A-4556-B308-40E5E7A0A381}"/>
    <dgm:cxn modelId="{C2C4239B-E7AD-E248-8815-FB6851E61736}" type="presOf" srcId="{58C5663A-1C93-4BA5-98C7-74A82C04D75B}" destId="{92452C3D-00B7-AD42-AA08-9A7625EBD391}" srcOrd="0" destOrd="0" presId="urn:microsoft.com/office/officeart/2005/8/layout/process4"/>
    <dgm:cxn modelId="{80FF56DA-C1E3-4C66-8863-946DD8B811A3}" srcId="{ADBB43F0-E3C8-42D3-8A8F-977B0584CF17}" destId="{58C5663A-1C93-4BA5-98C7-74A82C04D75B}" srcOrd="0" destOrd="0" parTransId="{8C0D991A-D427-4897-9B5A-7DBCCA9B4702}" sibTransId="{FB3A0526-6348-4566-B7E7-4707A7571524}"/>
    <dgm:cxn modelId="{991A59E5-D2B8-6145-BD78-ACEC5FB24E80}" type="presOf" srcId="{E2CBD83C-52C3-41EB-BE9D-10940A4E41BA}" destId="{845CA953-32C3-374A-9B9C-980DD0EFE3DF}" srcOrd="0" destOrd="0" presId="urn:microsoft.com/office/officeart/2005/8/layout/process4"/>
    <dgm:cxn modelId="{221387E7-4A97-45AD-A069-EB2459A32115}" srcId="{ADBB43F0-E3C8-42D3-8A8F-977B0584CF17}" destId="{ED7A2F10-B366-4859-94AF-B3A485E1B17A}" srcOrd="2" destOrd="0" parTransId="{FC8A5B44-DA6A-4383-9E3A-CED170FF1991}" sibTransId="{FC9E581B-E547-43DD-85E4-7DB232C961B9}"/>
    <dgm:cxn modelId="{440FE2F1-14E3-5241-B9B7-B8011C488D35}" type="presOf" srcId="{ED7A2F10-B366-4859-94AF-B3A485E1B17A}" destId="{9B10D23B-DCB5-1444-87D0-C813D8A0C089}" srcOrd="0" destOrd="0" presId="urn:microsoft.com/office/officeart/2005/8/layout/process4"/>
    <dgm:cxn modelId="{05E15363-A6CC-024D-80C6-E637BE00ECC9}" type="presParOf" srcId="{CDA97549-4A74-674D-9789-73D1C19F9F85}" destId="{285E7D1D-32EF-1743-8568-31766FCC5A9B}" srcOrd="0" destOrd="0" presId="urn:microsoft.com/office/officeart/2005/8/layout/process4"/>
    <dgm:cxn modelId="{6101C95B-F8B5-E04A-B4D1-817A42E4F248}" type="presParOf" srcId="{285E7D1D-32EF-1743-8568-31766FCC5A9B}" destId="{7B8BA7EB-039D-8149-BC79-3ADD0B86E22A}" srcOrd="0" destOrd="0" presId="urn:microsoft.com/office/officeart/2005/8/layout/process4"/>
    <dgm:cxn modelId="{10757BC5-2800-784E-B612-9632FFC62D50}" type="presParOf" srcId="{CDA97549-4A74-674D-9789-73D1C19F9F85}" destId="{6D94333E-4F8A-794C-B112-9C73B706A793}" srcOrd="1" destOrd="0" presId="urn:microsoft.com/office/officeart/2005/8/layout/process4"/>
    <dgm:cxn modelId="{EA84C5CE-6C57-1B42-8983-9BB764A9BDEB}" type="presParOf" srcId="{CDA97549-4A74-674D-9789-73D1C19F9F85}" destId="{455F38D9-2981-F146-A4FB-112A7D6BCF13}" srcOrd="2" destOrd="0" presId="urn:microsoft.com/office/officeart/2005/8/layout/process4"/>
    <dgm:cxn modelId="{A5C832DE-4F0F-3040-8EC8-22F958C091A0}" type="presParOf" srcId="{455F38D9-2981-F146-A4FB-112A7D6BCF13}" destId="{5A2FBB8E-3FDC-5148-B82F-2F5718F0E253}" srcOrd="0" destOrd="0" presId="urn:microsoft.com/office/officeart/2005/8/layout/process4"/>
    <dgm:cxn modelId="{E725018D-5B80-8B46-A638-4B7810AF4E3C}" type="presParOf" srcId="{CDA97549-4A74-674D-9789-73D1C19F9F85}" destId="{49C986BE-26BC-6F44-8F60-8EF5EE3B1F27}" srcOrd="3" destOrd="0" presId="urn:microsoft.com/office/officeart/2005/8/layout/process4"/>
    <dgm:cxn modelId="{885801AB-4FE7-1F43-B322-1D7D7AADE0E9}" type="presParOf" srcId="{CDA97549-4A74-674D-9789-73D1C19F9F85}" destId="{748967B6-6152-5543-A649-F8AD942D1CC0}" srcOrd="4" destOrd="0" presId="urn:microsoft.com/office/officeart/2005/8/layout/process4"/>
    <dgm:cxn modelId="{0A5AA618-BE0F-AC47-B7C3-CBC8B14FEC81}" type="presParOf" srcId="{748967B6-6152-5543-A649-F8AD942D1CC0}" destId="{9B10D23B-DCB5-1444-87D0-C813D8A0C089}" srcOrd="0" destOrd="0" presId="urn:microsoft.com/office/officeart/2005/8/layout/process4"/>
    <dgm:cxn modelId="{4B178891-14E6-3E43-A675-6581F5A3EE1D}" type="presParOf" srcId="{CDA97549-4A74-674D-9789-73D1C19F9F85}" destId="{412B5F12-A6AD-DA41-9695-D77AACAD0F2A}" srcOrd="5" destOrd="0" presId="urn:microsoft.com/office/officeart/2005/8/layout/process4"/>
    <dgm:cxn modelId="{80117D89-1A4C-D54D-AC1C-D9B0DDB7C36C}" type="presParOf" srcId="{CDA97549-4A74-674D-9789-73D1C19F9F85}" destId="{FD7B326A-3E40-9E44-A94E-AD07CD1DA5BB}" srcOrd="6" destOrd="0" presId="urn:microsoft.com/office/officeart/2005/8/layout/process4"/>
    <dgm:cxn modelId="{C97A3E90-BC52-9646-928F-E18075C43D0F}" type="presParOf" srcId="{FD7B326A-3E40-9E44-A94E-AD07CD1DA5BB}" destId="{845CA953-32C3-374A-9B9C-980DD0EFE3DF}" srcOrd="0" destOrd="0" presId="urn:microsoft.com/office/officeart/2005/8/layout/process4"/>
    <dgm:cxn modelId="{C463C8D0-E851-EB46-BA39-C136B4B7A596}" type="presParOf" srcId="{CDA97549-4A74-674D-9789-73D1C19F9F85}" destId="{C98F2798-6D5E-304B-8EB6-9858FF046EEE}" srcOrd="7" destOrd="0" presId="urn:microsoft.com/office/officeart/2005/8/layout/process4"/>
    <dgm:cxn modelId="{24C6CCF7-C7CC-914A-847A-8F63A6077BD7}" type="presParOf" srcId="{CDA97549-4A74-674D-9789-73D1C19F9F85}" destId="{F15FD7C7-0548-F340-B99B-0F87DE06D56F}" srcOrd="8" destOrd="0" presId="urn:microsoft.com/office/officeart/2005/8/layout/process4"/>
    <dgm:cxn modelId="{4108C461-D83E-0144-90E9-AFFB0C1B3F11}" type="presParOf" srcId="{F15FD7C7-0548-F340-B99B-0F87DE06D56F}" destId="{92452C3D-00B7-AD42-AA08-9A7625EBD39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C13C24-848E-4839-B5CD-6AF6F846CC98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C9220C-D7F4-40B1-AAF6-EF4BB3C6BE6C}">
      <dgm:prSet/>
      <dgm:spPr/>
      <dgm:t>
        <a:bodyPr/>
        <a:lstStyle/>
        <a:p>
          <a:r>
            <a:rPr lang="en-US"/>
            <a:t>Create</a:t>
          </a:r>
        </a:p>
      </dgm:t>
    </dgm:pt>
    <dgm:pt modelId="{24BD88F6-5622-4F50-9639-40DC2AE8E6FF}" type="parTrans" cxnId="{C82B8D94-030F-4982-A703-4D51B40C85C9}">
      <dgm:prSet/>
      <dgm:spPr/>
      <dgm:t>
        <a:bodyPr/>
        <a:lstStyle/>
        <a:p>
          <a:endParaRPr lang="en-US"/>
        </a:p>
      </dgm:t>
    </dgm:pt>
    <dgm:pt modelId="{C33E95BC-FB85-456A-B3F1-8CF58210AB0C}" type="sibTrans" cxnId="{C82B8D94-030F-4982-A703-4D51B40C85C9}">
      <dgm:prSet/>
      <dgm:spPr/>
      <dgm:t>
        <a:bodyPr/>
        <a:lstStyle/>
        <a:p>
          <a:endParaRPr lang="en-US"/>
        </a:p>
      </dgm:t>
    </dgm:pt>
    <dgm:pt modelId="{712BD1CB-0E9F-4CEC-8BA2-7689E3ACFDF5}">
      <dgm:prSet/>
      <dgm:spPr/>
      <dgm:t>
        <a:bodyPr/>
        <a:lstStyle/>
        <a:p>
          <a:r>
            <a:rPr lang="en-US"/>
            <a:t>Create Evidence: peer chaincode invoke ... CreateEvidence E1</a:t>
          </a:r>
        </a:p>
      </dgm:t>
    </dgm:pt>
    <dgm:pt modelId="{1572E425-2A43-4787-B5E1-8412E29351FF}" type="parTrans" cxnId="{9CD06F8A-8BBB-4C3C-8A65-67FBFCF4A0D7}">
      <dgm:prSet/>
      <dgm:spPr/>
      <dgm:t>
        <a:bodyPr/>
        <a:lstStyle/>
        <a:p>
          <a:endParaRPr lang="en-US"/>
        </a:p>
      </dgm:t>
    </dgm:pt>
    <dgm:pt modelId="{B259584F-492F-4479-8962-E3F86351B9A3}" type="sibTrans" cxnId="{9CD06F8A-8BBB-4C3C-8A65-67FBFCF4A0D7}">
      <dgm:prSet/>
      <dgm:spPr/>
      <dgm:t>
        <a:bodyPr/>
        <a:lstStyle/>
        <a:p>
          <a:endParaRPr lang="en-US"/>
        </a:p>
      </dgm:t>
    </dgm:pt>
    <dgm:pt modelId="{81A0451B-E233-4F6D-B6B5-C420282B36B6}">
      <dgm:prSet/>
      <dgm:spPr/>
      <dgm:t>
        <a:bodyPr/>
        <a:lstStyle/>
        <a:p>
          <a:r>
            <a:rPr lang="en-US"/>
            <a:t>Update</a:t>
          </a:r>
        </a:p>
      </dgm:t>
    </dgm:pt>
    <dgm:pt modelId="{F8009AE7-726C-41A4-AD93-008713B1F650}" type="parTrans" cxnId="{910DACE3-9942-4915-AB40-6A0801E678D8}">
      <dgm:prSet/>
      <dgm:spPr/>
      <dgm:t>
        <a:bodyPr/>
        <a:lstStyle/>
        <a:p>
          <a:endParaRPr lang="en-US"/>
        </a:p>
      </dgm:t>
    </dgm:pt>
    <dgm:pt modelId="{83D7D44E-9129-481B-9EAF-0D7520F06492}" type="sibTrans" cxnId="{910DACE3-9942-4915-AB40-6A0801E678D8}">
      <dgm:prSet/>
      <dgm:spPr/>
      <dgm:t>
        <a:bodyPr/>
        <a:lstStyle/>
        <a:p>
          <a:endParaRPr lang="en-US"/>
        </a:p>
      </dgm:t>
    </dgm:pt>
    <dgm:pt modelId="{37F7B0CA-630E-454D-8593-FC2A80E8C78A}">
      <dgm:prSet/>
      <dgm:spPr/>
      <dgm:t>
        <a:bodyPr/>
        <a:lstStyle/>
        <a:p>
          <a:r>
            <a:rPr lang="en-US"/>
            <a:t>Update Evidence: peer chaincode invoke ... CreateEvidence E1 updated</a:t>
          </a:r>
        </a:p>
      </dgm:t>
    </dgm:pt>
    <dgm:pt modelId="{A64E9E96-C648-4873-BAE7-734F193B3FAD}" type="parTrans" cxnId="{32E35998-8584-45E9-9B14-603F46DF065F}">
      <dgm:prSet/>
      <dgm:spPr/>
      <dgm:t>
        <a:bodyPr/>
        <a:lstStyle/>
        <a:p>
          <a:endParaRPr lang="en-US"/>
        </a:p>
      </dgm:t>
    </dgm:pt>
    <dgm:pt modelId="{D213B32A-125F-4FED-8E91-1928C803654A}" type="sibTrans" cxnId="{32E35998-8584-45E9-9B14-603F46DF065F}">
      <dgm:prSet/>
      <dgm:spPr/>
      <dgm:t>
        <a:bodyPr/>
        <a:lstStyle/>
        <a:p>
          <a:endParaRPr lang="en-US"/>
        </a:p>
      </dgm:t>
    </dgm:pt>
    <dgm:pt modelId="{6568E4AE-DBB9-4BC7-AA81-4C7D3D107010}">
      <dgm:prSet/>
      <dgm:spPr/>
      <dgm:t>
        <a:bodyPr/>
        <a:lstStyle/>
        <a:p>
          <a:r>
            <a:rPr lang="en-US"/>
            <a:t>Query</a:t>
          </a:r>
        </a:p>
      </dgm:t>
    </dgm:pt>
    <dgm:pt modelId="{E0D1CA2B-D4DD-4BBF-87FD-03847A69FCB3}" type="parTrans" cxnId="{50458878-2FCC-40C2-AEFF-6BC176FF5DDA}">
      <dgm:prSet/>
      <dgm:spPr/>
      <dgm:t>
        <a:bodyPr/>
        <a:lstStyle/>
        <a:p>
          <a:endParaRPr lang="en-US"/>
        </a:p>
      </dgm:t>
    </dgm:pt>
    <dgm:pt modelId="{AC9C4956-1315-4B33-B75C-2A16C2FF7F7E}" type="sibTrans" cxnId="{50458878-2FCC-40C2-AEFF-6BC176FF5DDA}">
      <dgm:prSet/>
      <dgm:spPr/>
      <dgm:t>
        <a:bodyPr/>
        <a:lstStyle/>
        <a:p>
          <a:endParaRPr lang="en-US"/>
        </a:p>
      </dgm:t>
    </dgm:pt>
    <dgm:pt modelId="{23785007-7AA1-487F-9C25-2127A535EC5F}">
      <dgm:prSet/>
      <dgm:spPr/>
      <dgm:t>
        <a:bodyPr/>
        <a:lstStyle/>
        <a:p>
          <a:r>
            <a:rPr lang="en-US"/>
            <a:t>Query History: peer chaincode query ... GetEvidenceHistory E1</a:t>
          </a:r>
        </a:p>
      </dgm:t>
    </dgm:pt>
    <dgm:pt modelId="{4B97F1E4-1924-4FE2-A23E-41A5DC35D402}" type="parTrans" cxnId="{ACA83D70-C434-4D1A-B523-04E5FC216996}">
      <dgm:prSet/>
      <dgm:spPr/>
      <dgm:t>
        <a:bodyPr/>
        <a:lstStyle/>
        <a:p>
          <a:endParaRPr lang="en-US"/>
        </a:p>
      </dgm:t>
    </dgm:pt>
    <dgm:pt modelId="{51EE9E91-93CB-4782-92E0-2BEC4F4D421B}" type="sibTrans" cxnId="{ACA83D70-C434-4D1A-B523-04E5FC216996}">
      <dgm:prSet/>
      <dgm:spPr/>
      <dgm:t>
        <a:bodyPr/>
        <a:lstStyle/>
        <a:p>
          <a:endParaRPr lang="en-US"/>
        </a:p>
      </dgm:t>
    </dgm:pt>
    <dgm:pt modelId="{18C2BF26-723A-4205-BD71-C7BB7AD2DB75}">
      <dgm:prSet/>
      <dgm:spPr/>
      <dgm:t>
        <a:bodyPr/>
        <a:lstStyle/>
        <a:p>
          <a:r>
            <a:rPr lang="en-US"/>
            <a:t>Result</a:t>
          </a:r>
        </a:p>
      </dgm:t>
    </dgm:pt>
    <dgm:pt modelId="{65765CCA-2E6E-4F2C-A33B-886641E6F95B}" type="parTrans" cxnId="{75D71FD8-18BD-4283-ADE4-C88C371FED32}">
      <dgm:prSet/>
      <dgm:spPr/>
      <dgm:t>
        <a:bodyPr/>
        <a:lstStyle/>
        <a:p>
          <a:endParaRPr lang="en-US"/>
        </a:p>
      </dgm:t>
    </dgm:pt>
    <dgm:pt modelId="{B8BFB64C-3B4D-4355-A81D-96DFD7249201}" type="sibTrans" cxnId="{75D71FD8-18BD-4283-ADE4-C88C371FED32}">
      <dgm:prSet/>
      <dgm:spPr/>
      <dgm:t>
        <a:bodyPr/>
        <a:lstStyle/>
        <a:p>
          <a:endParaRPr lang="en-US"/>
        </a:p>
      </dgm:t>
    </dgm:pt>
    <dgm:pt modelId="{9E032665-F67A-4520-B4C8-001748828B4F}">
      <dgm:prSet/>
      <dgm:spPr/>
      <dgm:t>
        <a:bodyPr/>
        <a:lstStyle/>
        <a:p>
          <a:r>
            <a:rPr lang="en-US"/>
            <a:t>Result: Immutable, transparent evidence record tracking.</a:t>
          </a:r>
        </a:p>
      </dgm:t>
    </dgm:pt>
    <dgm:pt modelId="{9B3EC359-E7D6-413C-8F37-61B344D0C11F}" type="parTrans" cxnId="{E34DFCBC-E03E-4BD8-9BEF-629B35E29B6C}">
      <dgm:prSet/>
      <dgm:spPr/>
      <dgm:t>
        <a:bodyPr/>
        <a:lstStyle/>
        <a:p>
          <a:endParaRPr lang="en-US"/>
        </a:p>
      </dgm:t>
    </dgm:pt>
    <dgm:pt modelId="{1311E1AD-A287-4A0D-9E87-481DA3EBA743}" type="sibTrans" cxnId="{E34DFCBC-E03E-4BD8-9BEF-629B35E29B6C}">
      <dgm:prSet/>
      <dgm:spPr/>
      <dgm:t>
        <a:bodyPr/>
        <a:lstStyle/>
        <a:p>
          <a:endParaRPr lang="en-US"/>
        </a:p>
      </dgm:t>
    </dgm:pt>
    <dgm:pt modelId="{4392DE80-81C2-BF47-BC81-31C26FBF05B9}" type="pres">
      <dgm:prSet presAssocID="{24C13C24-848E-4839-B5CD-6AF6F846CC98}" presName="Name0" presStyleCnt="0">
        <dgm:presLayoutVars>
          <dgm:dir/>
          <dgm:animLvl val="lvl"/>
          <dgm:resizeHandles val="exact"/>
        </dgm:presLayoutVars>
      </dgm:prSet>
      <dgm:spPr/>
    </dgm:pt>
    <dgm:pt modelId="{C0236244-08FC-494F-84EB-3940FEA838D7}" type="pres">
      <dgm:prSet presAssocID="{7DC9220C-D7F4-40B1-AAF6-EF4BB3C6BE6C}" presName="composite" presStyleCnt="0"/>
      <dgm:spPr/>
    </dgm:pt>
    <dgm:pt modelId="{7BCF1A04-06BE-0E4E-9180-43A38FDEBFB5}" type="pres">
      <dgm:prSet presAssocID="{7DC9220C-D7F4-40B1-AAF6-EF4BB3C6BE6C}" presName="parTx" presStyleLbl="alignNode1" presStyleIdx="0" presStyleCnt="4">
        <dgm:presLayoutVars>
          <dgm:chMax val="0"/>
          <dgm:chPref val="0"/>
        </dgm:presLayoutVars>
      </dgm:prSet>
      <dgm:spPr/>
    </dgm:pt>
    <dgm:pt modelId="{F5DABADD-8349-7840-A77F-D222BF4920F8}" type="pres">
      <dgm:prSet presAssocID="{7DC9220C-D7F4-40B1-AAF6-EF4BB3C6BE6C}" presName="desTx" presStyleLbl="alignAccFollowNode1" presStyleIdx="0" presStyleCnt="4">
        <dgm:presLayoutVars/>
      </dgm:prSet>
      <dgm:spPr/>
    </dgm:pt>
    <dgm:pt modelId="{8ACF4571-79C8-BE46-9B70-2EDB639E37A1}" type="pres">
      <dgm:prSet presAssocID="{C33E95BC-FB85-456A-B3F1-8CF58210AB0C}" presName="space" presStyleCnt="0"/>
      <dgm:spPr/>
    </dgm:pt>
    <dgm:pt modelId="{2B45FF22-7172-9C44-9994-52B3C93EA322}" type="pres">
      <dgm:prSet presAssocID="{81A0451B-E233-4F6D-B6B5-C420282B36B6}" presName="composite" presStyleCnt="0"/>
      <dgm:spPr/>
    </dgm:pt>
    <dgm:pt modelId="{9579C2C0-3184-7440-A3EA-0FA35648A576}" type="pres">
      <dgm:prSet presAssocID="{81A0451B-E233-4F6D-B6B5-C420282B36B6}" presName="parTx" presStyleLbl="alignNode1" presStyleIdx="1" presStyleCnt="4">
        <dgm:presLayoutVars>
          <dgm:chMax val="0"/>
          <dgm:chPref val="0"/>
        </dgm:presLayoutVars>
      </dgm:prSet>
      <dgm:spPr/>
    </dgm:pt>
    <dgm:pt modelId="{2C095E74-34C1-F842-B24F-B0CB22A859B9}" type="pres">
      <dgm:prSet presAssocID="{81A0451B-E233-4F6D-B6B5-C420282B36B6}" presName="desTx" presStyleLbl="alignAccFollowNode1" presStyleIdx="1" presStyleCnt="4">
        <dgm:presLayoutVars/>
      </dgm:prSet>
      <dgm:spPr/>
    </dgm:pt>
    <dgm:pt modelId="{D98730FF-39BE-154A-8203-C12D33883A95}" type="pres">
      <dgm:prSet presAssocID="{83D7D44E-9129-481B-9EAF-0D7520F06492}" presName="space" presStyleCnt="0"/>
      <dgm:spPr/>
    </dgm:pt>
    <dgm:pt modelId="{51ACBC01-93CD-8D47-A075-B44BB6FAA283}" type="pres">
      <dgm:prSet presAssocID="{6568E4AE-DBB9-4BC7-AA81-4C7D3D107010}" presName="composite" presStyleCnt="0"/>
      <dgm:spPr/>
    </dgm:pt>
    <dgm:pt modelId="{06F3A19E-4E67-9343-B85E-4DC532F7ABCD}" type="pres">
      <dgm:prSet presAssocID="{6568E4AE-DBB9-4BC7-AA81-4C7D3D107010}" presName="parTx" presStyleLbl="alignNode1" presStyleIdx="2" presStyleCnt="4">
        <dgm:presLayoutVars>
          <dgm:chMax val="0"/>
          <dgm:chPref val="0"/>
        </dgm:presLayoutVars>
      </dgm:prSet>
      <dgm:spPr/>
    </dgm:pt>
    <dgm:pt modelId="{74758B4F-BE1B-2D4D-B7B7-3C4B11BC9B02}" type="pres">
      <dgm:prSet presAssocID="{6568E4AE-DBB9-4BC7-AA81-4C7D3D107010}" presName="desTx" presStyleLbl="alignAccFollowNode1" presStyleIdx="2" presStyleCnt="4">
        <dgm:presLayoutVars/>
      </dgm:prSet>
      <dgm:spPr/>
    </dgm:pt>
    <dgm:pt modelId="{0101F172-09F3-EE41-B8F8-4C02E7610594}" type="pres">
      <dgm:prSet presAssocID="{AC9C4956-1315-4B33-B75C-2A16C2FF7F7E}" presName="space" presStyleCnt="0"/>
      <dgm:spPr/>
    </dgm:pt>
    <dgm:pt modelId="{64205EDF-A7BA-A241-ADB0-339816239CF1}" type="pres">
      <dgm:prSet presAssocID="{18C2BF26-723A-4205-BD71-C7BB7AD2DB75}" presName="composite" presStyleCnt="0"/>
      <dgm:spPr/>
    </dgm:pt>
    <dgm:pt modelId="{CECB1D31-E7F9-CA49-840A-2F8F259F15E2}" type="pres">
      <dgm:prSet presAssocID="{18C2BF26-723A-4205-BD71-C7BB7AD2DB75}" presName="parTx" presStyleLbl="alignNode1" presStyleIdx="3" presStyleCnt="4">
        <dgm:presLayoutVars>
          <dgm:chMax val="0"/>
          <dgm:chPref val="0"/>
        </dgm:presLayoutVars>
      </dgm:prSet>
      <dgm:spPr/>
    </dgm:pt>
    <dgm:pt modelId="{19ED2C25-30FA-A44C-8D62-716681B7F981}" type="pres">
      <dgm:prSet presAssocID="{18C2BF26-723A-4205-BD71-C7BB7AD2DB75}" presName="desTx" presStyleLbl="alignAccFollowNode1" presStyleIdx="3" presStyleCnt="4">
        <dgm:presLayoutVars/>
      </dgm:prSet>
      <dgm:spPr/>
    </dgm:pt>
  </dgm:ptLst>
  <dgm:cxnLst>
    <dgm:cxn modelId="{0E818C10-0964-4945-AAE9-9DB2BD3BC9C7}" type="presOf" srcId="{18C2BF26-723A-4205-BD71-C7BB7AD2DB75}" destId="{CECB1D31-E7F9-CA49-840A-2F8F259F15E2}" srcOrd="0" destOrd="0" presId="urn:microsoft.com/office/officeart/2016/7/layout/HorizontalActionList"/>
    <dgm:cxn modelId="{3E55B52D-451F-B24D-ADC8-400B060978DD}" type="presOf" srcId="{24C13C24-848E-4839-B5CD-6AF6F846CC98}" destId="{4392DE80-81C2-BF47-BC81-31C26FBF05B9}" srcOrd="0" destOrd="0" presId="urn:microsoft.com/office/officeart/2016/7/layout/HorizontalActionList"/>
    <dgm:cxn modelId="{2D568635-F219-D343-A674-230EFB8EA9F8}" type="presOf" srcId="{7DC9220C-D7F4-40B1-AAF6-EF4BB3C6BE6C}" destId="{7BCF1A04-06BE-0E4E-9180-43A38FDEBFB5}" srcOrd="0" destOrd="0" presId="urn:microsoft.com/office/officeart/2016/7/layout/HorizontalActionList"/>
    <dgm:cxn modelId="{EDB7DB56-8B61-5247-A7DD-36E115BDEC12}" type="presOf" srcId="{23785007-7AA1-487F-9C25-2127A535EC5F}" destId="{74758B4F-BE1B-2D4D-B7B7-3C4B11BC9B02}" srcOrd="0" destOrd="0" presId="urn:microsoft.com/office/officeart/2016/7/layout/HorizontalActionList"/>
    <dgm:cxn modelId="{DC75F857-F936-C54F-A25F-FDBEF706E4BA}" type="presOf" srcId="{6568E4AE-DBB9-4BC7-AA81-4C7D3D107010}" destId="{06F3A19E-4E67-9343-B85E-4DC532F7ABCD}" srcOrd="0" destOrd="0" presId="urn:microsoft.com/office/officeart/2016/7/layout/HorizontalActionList"/>
    <dgm:cxn modelId="{ACA83D70-C434-4D1A-B523-04E5FC216996}" srcId="{6568E4AE-DBB9-4BC7-AA81-4C7D3D107010}" destId="{23785007-7AA1-487F-9C25-2127A535EC5F}" srcOrd="0" destOrd="0" parTransId="{4B97F1E4-1924-4FE2-A23E-41A5DC35D402}" sibTransId="{51EE9E91-93CB-4782-92E0-2BEC4F4D421B}"/>
    <dgm:cxn modelId="{50458878-2FCC-40C2-AEFF-6BC176FF5DDA}" srcId="{24C13C24-848E-4839-B5CD-6AF6F846CC98}" destId="{6568E4AE-DBB9-4BC7-AA81-4C7D3D107010}" srcOrd="2" destOrd="0" parTransId="{E0D1CA2B-D4DD-4BBF-87FD-03847A69FCB3}" sibTransId="{AC9C4956-1315-4B33-B75C-2A16C2FF7F7E}"/>
    <dgm:cxn modelId="{9CD06F8A-8BBB-4C3C-8A65-67FBFCF4A0D7}" srcId="{7DC9220C-D7F4-40B1-AAF6-EF4BB3C6BE6C}" destId="{712BD1CB-0E9F-4CEC-8BA2-7689E3ACFDF5}" srcOrd="0" destOrd="0" parTransId="{1572E425-2A43-4787-B5E1-8412E29351FF}" sibTransId="{B259584F-492F-4479-8962-E3F86351B9A3}"/>
    <dgm:cxn modelId="{C82B8D94-030F-4982-A703-4D51B40C85C9}" srcId="{24C13C24-848E-4839-B5CD-6AF6F846CC98}" destId="{7DC9220C-D7F4-40B1-AAF6-EF4BB3C6BE6C}" srcOrd="0" destOrd="0" parTransId="{24BD88F6-5622-4F50-9639-40DC2AE8E6FF}" sibTransId="{C33E95BC-FB85-456A-B3F1-8CF58210AB0C}"/>
    <dgm:cxn modelId="{E57CE895-AD63-3241-B6FF-D6F4A7B948E8}" type="presOf" srcId="{712BD1CB-0E9F-4CEC-8BA2-7689E3ACFDF5}" destId="{F5DABADD-8349-7840-A77F-D222BF4920F8}" srcOrd="0" destOrd="0" presId="urn:microsoft.com/office/officeart/2016/7/layout/HorizontalActionList"/>
    <dgm:cxn modelId="{32E35998-8584-45E9-9B14-603F46DF065F}" srcId="{81A0451B-E233-4F6D-B6B5-C420282B36B6}" destId="{37F7B0CA-630E-454D-8593-FC2A80E8C78A}" srcOrd="0" destOrd="0" parTransId="{A64E9E96-C648-4873-BAE7-734F193B3FAD}" sibTransId="{D213B32A-125F-4FED-8E91-1928C803654A}"/>
    <dgm:cxn modelId="{B6AD7BAA-C6F0-8144-AAA1-40671CCA298A}" type="presOf" srcId="{81A0451B-E233-4F6D-B6B5-C420282B36B6}" destId="{9579C2C0-3184-7440-A3EA-0FA35648A576}" srcOrd="0" destOrd="0" presId="urn:microsoft.com/office/officeart/2016/7/layout/HorizontalActionList"/>
    <dgm:cxn modelId="{E34DFCBC-E03E-4BD8-9BEF-629B35E29B6C}" srcId="{18C2BF26-723A-4205-BD71-C7BB7AD2DB75}" destId="{9E032665-F67A-4520-B4C8-001748828B4F}" srcOrd="0" destOrd="0" parTransId="{9B3EC359-E7D6-413C-8F37-61B344D0C11F}" sibTransId="{1311E1AD-A287-4A0D-9E87-481DA3EBA743}"/>
    <dgm:cxn modelId="{B4FAF9C5-A833-D84C-8FE2-7E08176F7837}" type="presOf" srcId="{37F7B0CA-630E-454D-8593-FC2A80E8C78A}" destId="{2C095E74-34C1-F842-B24F-B0CB22A859B9}" srcOrd="0" destOrd="0" presId="urn:microsoft.com/office/officeart/2016/7/layout/HorizontalActionList"/>
    <dgm:cxn modelId="{75D71FD8-18BD-4283-ADE4-C88C371FED32}" srcId="{24C13C24-848E-4839-B5CD-6AF6F846CC98}" destId="{18C2BF26-723A-4205-BD71-C7BB7AD2DB75}" srcOrd="3" destOrd="0" parTransId="{65765CCA-2E6E-4F2C-A33B-886641E6F95B}" sibTransId="{B8BFB64C-3B4D-4355-A81D-96DFD7249201}"/>
    <dgm:cxn modelId="{946AADE1-41F9-7C41-8D41-ECF84D31BAF0}" type="presOf" srcId="{9E032665-F67A-4520-B4C8-001748828B4F}" destId="{19ED2C25-30FA-A44C-8D62-716681B7F981}" srcOrd="0" destOrd="0" presId="urn:microsoft.com/office/officeart/2016/7/layout/HorizontalActionList"/>
    <dgm:cxn modelId="{910DACE3-9942-4915-AB40-6A0801E678D8}" srcId="{24C13C24-848E-4839-B5CD-6AF6F846CC98}" destId="{81A0451B-E233-4F6D-B6B5-C420282B36B6}" srcOrd="1" destOrd="0" parTransId="{F8009AE7-726C-41A4-AD93-008713B1F650}" sibTransId="{83D7D44E-9129-481B-9EAF-0D7520F06492}"/>
    <dgm:cxn modelId="{629AF044-8FE0-AF4A-B636-74A08D769D36}" type="presParOf" srcId="{4392DE80-81C2-BF47-BC81-31C26FBF05B9}" destId="{C0236244-08FC-494F-84EB-3940FEA838D7}" srcOrd="0" destOrd="0" presId="urn:microsoft.com/office/officeart/2016/7/layout/HorizontalActionList"/>
    <dgm:cxn modelId="{A8DE2387-8E0D-724F-9979-2FD7195DA688}" type="presParOf" srcId="{C0236244-08FC-494F-84EB-3940FEA838D7}" destId="{7BCF1A04-06BE-0E4E-9180-43A38FDEBFB5}" srcOrd="0" destOrd="0" presId="urn:microsoft.com/office/officeart/2016/7/layout/HorizontalActionList"/>
    <dgm:cxn modelId="{C1466081-70AF-A644-9F32-B4BB3B175AEF}" type="presParOf" srcId="{C0236244-08FC-494F-84EB-3940FEA838D7}" destId="{F5DABADD-8349-7840-A77F-D222BF4920F8}" srcOrd="1" destOrd="0" presId="urn:microsoft.com/office/officeart/2016/7/layout/HorizontalActionList"/>
    <dgm:cxn modelId="{784A8AB1-7DE1-9B46-A6B5-75826F97ACD2}" type="presParOf" srcId="{4392DE80-81C2-BF47-BC81-31C26FBF05B9}" destId="{8ACF4571-79C8-BE46-9B70-2EDB639E37A1}" srcOrd="1" destOrd="0" presId="urn:microsoft.com/office/officeart/2016/7/layout/HorizontalActionList"/>
    <dgm:cxn modelId="{2323611A-F5F4-DA47-8283-D5BCC265265D}" type="presParOf" srcId="{4392DE80-81C2-BF47-BC81-31C26FBF05B9}" destId="{2B45FF22-7172-9C44-9994-52B3C93EA322}" srcOrd="2" destOrd="0" presId="urn:microsoft.com/office/officeart/2016/7/layout/HorizontalActionList"/>
    <dgm:cxn modelId="{D8F2AE0B-CA81-8E4D-A64E-D076240EF402}" type="presParOf" srcId="{2B45FF22-7172-9C44-9994-52B3C93EA322}" destId="{9579C2C0-3184-7440-A3EA-0FA35648A576}" srcOrd="0" destOrd="0" presId="urn:microsoft.com/office/officeart/2016/7/layout/HorizontalActionList"/>
    <dgm:cxn modelId="{9E79283A-7360-D34A-B04D-E8CA5A6A848E}" type="presParOf" srcId="{2B45FF22-7172-9C44-9994-52B3C93EA322}" destId="{2C095E74-34C1-F842-B24F-B0CB22A859B9}" srcOrd="1" destOrd="0" presId="urn:microsoft.com/office/officeart/2016/7/layout/HorizontalActionList"/>
    <dgm:cxn modelId="{F199ACC2-4645-424D-879C-D53B69D74E4C}" type="presParOf" srcId="{4392DE80-81C2-BF47-BC81-31C26FBF05B9}" destId="{D98730FF-39BE-154A-8203-C12D33883A95}" srcOrd="3" destOrd="0" presId="urn:microsoft.com/office/officeart/2016/7/layout/HorizontalActionList"/>
    <dgm:cxn modelId="{BC1A2989-C75C-274F-9239-8CE9E266A08B}" type="presParOf" srcId="{4392DE80-81C2-BF47-BC81-31C26FBF05B9}" destId="{51ACBC01-93CD-8D47-A075-B44BB6FAA283}" srcOrd="4" destOrd="0" presId="urn:microsoft.com/office/officeart/2016/7/layout/HorizontalActionList"/>
    <dgm:cxn modelId="{0019003F-15E5-C74F-A57C-A276E32FDEB9}" type="presParOf" srcId="{51ACBC01-93CD-8D47-A075-B44BB6FAA283}" destId="{06F3A19E-4E67-9343-B85E-4DC532F7ABCD}" srcOrd="0" destOrd="0" presId="urn:microsoft.com/office/officeart/2016/7/layout/HorizontalActionList"/>
    <dgm:cxn modelId="{1AE833F8-2E37-9146-9794-F3CE851E09D3}" type="presParOf" srcId="{51ACBC01-93CD-8D47-A075-B44BB6FAA283}" destId="{74758B4F-BE1B-2D4D-B7B7-3C4B11BC9B02}" srcOrd="1" destOrd="0" presId="urn:microsoft.com/office/officeart/2016/7/layout/HorizontalActionList"/>
    <dgm:cxn modelId="{BCDF139F-F743-2F4B-96F1-B238DD963DBC}" type="presParOf" srcId="{4392DE80-81C2-BF47-BC81-31C26FBF05B9}" destId="{0101F172-09F3-EE41-B8F8-4C02E7610594}" srcOrd="5" destOrd="0" presId="urn:microsoft.com/office/officeart/2016/7/layout/HorizontalActionList"/>
    <dgm:cxn modelId="{F4336BA0-CEBD-524C-8DCD-4981CFFAAF9E}" type="presParOf" srcId="{4392DE80-81C2-BF47-BC81-31C26FBF05B9}" destId="{64205EDF-A7BA-A241-ADB0-339816239CF1}" srcOrd="6" destOrd="0" presId="urn:microsoft.com/office/officeart/2016/7/layout/HorizontalActionList"/>
    <dgm:cxn modelId="{3362ABF5-1D93-4E40-8CD0-1D8AAD9E94AC}" type="presParOf" srcId="{64205EDF-A7BA-A241-ADB0-339816239CF1}" destId="{CECB1D31-E7F9-CA49-840A-2F8F259F15E2}" srcOrd="0" destOrd="0" presId="urn:microsoft.com/office/officeart/2016/7/layout/HorizontalActionList"/>
    <dgm:cxn modelId="{629BB476-CA73-E649-AC9B-46819FFC7F7E}" type="presParOf" srcId="{64205EDF-A7BA-A241-ADB0-339816239CF1}" destId="{19ED2C25-30FA-A44C-8D62-716681B7F98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A89E4-BEAB-4C77-96B5-0FB9360B46B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E3447A-4824-4ED6-B19C-6E6FC11635BE}">
      <dgm:prSet/>
      <dgm:spPr/>
      <dgm:t>
        <a:bodyPr/>
        <a:lstStyle/>
        <a:p>
          <a:r>
            <a:rPr lang="en-US" b="1"/>
            <a:t>Files:</a:t>
          </a:r>
          <a:endParaRPr lang="en-US"/>
        </a:p>
      </dgm:t>
    </dgm:pt>
    <dgm:pt modelId="{B8EE2240-C96B-4FC0-B355-5279F490F4C2}" type="parTrans" cxnId="{7C3E2042-4DE4-4536-9D2D-58E7E7F4D4B4}">
      <dgm:prSet/>
      <dgm:spPr/>
      <dgm:t>
        <a:bodyPr/>
        <a:lstStyle/>
        <a:p>
          <a:endParaRPr lang="en-US"/>
        </a:p>
      </dgm:t>
    </dgm:pt>
    <dgm:pt modelId="{93BE59E1-315C-45EA-8746-031F6163CB2B}" type="sibTrans" cxnId="{7C3E2042-4DE4-4536-9D2D-58E7E7F4D4B4}">
      <dgm:prSet/>
      <dgm:spPr/>
      <dgm:t>
        <a:bodyPr/>
        <a:lstStyle/>
        <a:p>
          <a:endParaRPr lang="en-US"/>
        </a:p>
      </dgm:t>
    </dgm:pt>
    <dgm:pt modelId="{5B0A09B0-834A-4B36-9CAE-FFD57AC6FCD6}">
      <dgm:prSet/>
      <dgm:spPr/>
      <dgm:t>
        <a:bodyPr/>
        <a:lstStyle/>
        <a:p>
          <a:r>
            <a:rPr lang="en-US"/>
            <a:t>chainguard.contract.ts – Main transaction logic.</a:t>
          </a:r>
        </a:p>
      </dgm:t>
    </dgm:pt>
    <dgm:pt modelId="{D6A1EBD5-0875-4E4A-A398-E45F55875B8D}" type="parTrans" cxnId="{076D3CE9-1D4A-4C70-AEEB-0A099355B207}">
      <dgm:prSet/>
      <dgm:spPr/>
      <dgm:t>
        <a:bodyPr/>
        <a:lstStyle/>
        <a:p>
          <a:endParaRPr lang="en-US"/>
        </a:p>
      </dgm:t>
    </dgm:pt>
    <dgm:pt modelId="{4CB01857-3DD8-4E80-B38F-70A14839830A}" type="sibTrans" cxnId="{076D3CE9-1D4A-4C70-AEEB-0A099355B207}">
      <dgm:prSet/>
      <dgm:spPr/>
      <dgm:t>
        <a:bodyPr/>
        <a:lstStyle/>
        <a:p>
          <a:endParaRPr lang="en-US"/>
        </a:p>
      </dgm:t>
    </dgm:pt>
    <dgm:pt modelId="{9D52F462-AE32-4431-A601-78DE4115DEFC}">
      <dgm:prSet/>
      <dgm:spPr/>
      <dgm:t>
        <a:bodyPr/>
        <a:lstStyle/>
        <a:p>
          <a:r>
            <a:rPr lang="en-US"/>
            <a:t>index.ts – Contract registration.</a:t>
          </a:r>
        </a:p>
      </dgm:t>
    </dgm:pt>
    <dgm:pt modelId="{49257E83-2229-401C-87B3-DBF947FB96EA}" type="parTrans" cxnId="{5949AADD-4640-4FE1-8167-69F301242B5E}">
      <dgm:prSet/>
      <dgm:spPr/>
      <dgm:t>
        <a:bodyPr/>
        <a:lstStyle/>
        <a:p>
          <a:endParaRPr lang="en-US"/>
        </a:p>
      </dgm:t>
    </dgm:pt>
    <dgm:pt modelId="{44EA78AB-DA3F-4D4E-B080-E90495BB9DE3}" type="sibTrans" cxnId="{5949AADD-4640-4FE1-8167-69F301242B5E}">
      <dgm:prSet/>
      <dgm:spPr/>
      <dgm:t>
        <a:bodyPr/>
        <a:lstStyle/>
        <a:p>
          <a:endParaRPr lang="en-US"/>
        </a:p>
      </dgm:t>
    </dgm:pt>
    <dgm:pt modelId="{A38F5534-46AF-4620-A41D-F8451A96D3F0}">
      <dgm:prSet/>
      <dgm:spPr/>
      <dgm:t>
        <a:bodyPr/>
        <a:lstStyle/>
        <a:p>
          <a:r>
            <a:rPr lang="en-US"/>
            <a:t>tsconfig.json – TypeScript build setup.</a:t>
          </a:r>
        </a:p>
      </dgm:t>
    </dgm:pt>
    <dgm:pt modelId="{25EFF71D-EE15-455B-A39D-2055B3DC20DE}" type="parTrans" cxnId="{95C37366-0733-4E75-B042-F8F688203D7D}">
      <dgm:prSet/>
      <dgm:spPr/>
      <dgm:t>
        <a:bodyPr/>
        <a:lstStyle/>
        <a:p>
          <a:endParaRPr lang="en-US"/>
        </a:p>
      </dgm:t>
    </dgm:pt>
    <dgm:pt modelId="{86219DFB-7FBC-4F0B-92FD-1AC5C8D3BA62}" type="sibTrans" cxnId="{95C37366-0733-4E75-B042-F8F688203D7D}">
      <dgm:prSet/>
      <dgm:spPr/>
      <dgm:t>
        <a:bodyPr/>
        <a:lstStyle/>
        <a:p>
          <a:endParaRPr lang="en-US"/>
        </a:p>
      </dgm:t>
    </dgm:pt>
    <dgm:pt modelId="{1BAD6164-459F-43B1-9293-A07732C0E245}">
      <dgm:prSet/>
      <dgm:spPr/>
      <dgm:t>
        <a:bodyPr/>
        <a:lstStyle/>
        <a:p>
          <a:r>
            <a:rPr lang="en-US" b="1"/>
            <a:t>Upcoming Features:</a:t>
          </a:r>
          <a:endParaRPr lang="en-US"/>
        </a:p>
      </dgm:t>
    </dgm:pt>
    <dgm:pt modelId="{A44AB047-1164-4E4F-A712-9317C4599575}" type="parTrans" cxnId="{E627D77C-EE79-40EC-AE88-0E43C2B3B573}">
      <dgm:prSet/>
      <dgm:spPr/>
      <dgm:t>
        <a:bodyPr/>
        <a:lstStyle/>
        <a:p>
          <a:endParaRPr lang="en-US"/>
        </a:p>
      </dgm:t>
    </dgm:pt>
    <dgm:pt modelId="{A7AB3E81-44FA-40CE-A043-27C01D3E4D32}" type="sibTrans" cxnId="{E627D77C-EE79-40EC-AE88-0E43C2B3B573}">
      <dgm:prSet/>
      <dgm:spPr/>
      <dgm:t>
        <a:bodyPr/>
        <a:lstStyle/>
        <a:p>
          <a:endParaRPr lang="en-US"/>
        </a:p>
      </dgm:t>
    </dgm:pt>
    <dgm:pt modelId="{9E18AE52-04B1-4DF8-B80F-15242AA5B82F}">
      <dgm:prSet/>
      <dgm:spPr/>
      <dgm:t>
        <a:bodyPr/>
        <a:lstStyle/>
        <a:p>
          <a:r>
            <a:rPr lang="en-US"/>
            <a:t>Input validation</a:t>
          </a:r>
        </a:p>
      </dgm:t>
    </dgm:pt>
    <dgm:pt modelId="{15F8CF0F-5EBD-42C5-A482-1510D06BF1C6}" type="parTrans" cxnId="{4E557FBD-5F00-42A4-B03B-D80BBABA03B4}">
      <dgm:prSet/>
      <dgm:spPr/>
      <dgm:t>
        <a:bodyPr/>
        <a:lstStyle/>
        <a:p>
          <a:endParaRPr lang="en-US"/>
        </a:p>
      </dgm:t>
    </dgm:pt>
    <dgm:pt modelId="{3A4B2A97-6CD5-43B2-A6E6-874804B8BD4A}" type="sibTrans" cxnId="{4E557FBD-5F00-42A4-B03B-D80BBABA03B4}">
      <dgm:prSet/>
      <dgm:spPr/>
      <dgm:t>
        <a:bodyPr/>
        <a:lstStyle/>
        <a:p>
          <a:endParaRPr lang="en-US"/>
        </a:p>
      </dgm:t>
    </dgm:pt>
    <dgm:pt modelId="{F1CEE76C-C27B-4D3E-89D3-CE09F4919F9A}">
      <dgm:prSet/>
      <dgm:spPr/>
      <dgm:t>
        <a:bodyPr/>
        <a:lstStyle/>
        <a:p>
          <a:r>
            <a:rPr lang="en-US"/>
            <a:t>Event emission</a:t>
          </a:r>
        </a:p>
      </dgm:t>
    </dgm:pt>
    <dgm:pt modelId="{B6A3B873-062D-42DF-8716-2C7801C3EF78}" type="parTrans" cxnId="{FA4170BF-CE50-47D4-B055-11D42A39EB3A}">
      <dgm:prSet/>
      <dgm:spPr/>
      <dgm:t>
        <a:bodyPr/>
        <a:lstStyle/>
        <a:p>
          <a:endParaRPr lang="en-US"/>
        </a:p>
      </dgm:t>
    </dgm:pt>
    <dgm:pt modelId="{400C7233-2304-4707-991A-EAF24E669D54}" type="sibTrans" cxnId="{FA4170BF-CE50-47D4-B055-11D42A39EB3A}">
      <dgm:prSet/>
      <dgm:spPr/>
      <dgm:t>
        <a:bodyPr/>
        <a:lstStyle/>
        <a:p>
          <a:endParaRPr lang="en-US"/>
        </a:p>
      </dgm:t>
    </dgm:pt>
    <dgm:pt modelId="{20ACE449-F509-40B3-BA14-8E39566219B6}">
      <dgm:prSet/>
      <dgm:spPr/>
      <dgm:t>
        <a:bodyPr/>
        <a:lstStyle/>
        <a:p>
          <a:r>
            <a:rPr lang="en-US"/>
            <a:t>Role-based access enforcement.</a:t>
          </a:r>
        </a:p>
      </dgm:t>
    </dgm:pt>
    <dgm:pt modelId="{A6BCEB7B-FAF1-4CE3-86A6-F210E6F1E816}" type="parTrans" cxnId="{19BCFE57-C3E6-4B84-B3FF-AFBAD384623D}">
      <dgm:prSet/>
      <dgm:spPr/>
      <dgm:t>
        <a:bodyPr/>
        <a:lstStyle/>
        <a:p>
          <a:endParaRPr lang="en-US"/>
        </a:p>
      </dgm:t>
    </dgm:pt>
    <dgm:pt modelId="{7C967232-C409-4114-8705-73D21A7D5DED}" type="sibTrans" cxnId="{19BCFE57-C3E6-4B84-B3FF-AFBAD384623D}">
      <dgm:prSet/>
      <dgm:spPr/>
      <dgm:t>
        <a:bodyPr/>
        <a:lstStyle/>
        <a:p>
          <a:endParaRPr lang="en-US"/>
        </a:p>
      </dgm:t>
    </dgm:pt>
    <dgm:pt modelId="{06FA494C-2578-7B42-807E-448278BE7C5A}" type="pres">
      <dgm:prSet presAssocID="{D79A89E4-BEAB-4C77-96B5-0FB9360B46BF}" presName="diagram" presStyleCnt="0">
        <dgm:presLayoutVars>
          <dgm:dir/>
          <dgm:resizeHandles val="exact"/>
        </dgm:presLayoutVars>
      </dgm:prSet>
      <dgm:spPr/>
    </dgm:pt>
    <dgm:pt modelId="{17DCE160-E85E-B440-80F7-4CCD28E0E006}" type="pres">
      <dgm:prSet presAssocID="{18E3447A-4824-4ED6-B19C-6E6FC11635BE}" presName="node" presStyleLbl="node1" presStyleIdx="0" presStyleCnt="8">
        <dgm:presLayoutVars>
          <dgm:bulletEnabled val="1"/>
        </dgm:presLayoutVars>
      </dgm:prSet>
      <dgm:spPr/>
    </dgm:pt>
    <dgm:pt modelId="{C198CBA2-7BF7-4B45-8BAE-7879CD9892C5}" type="pres">
      <dgm:prSet presAssocID="{93BE59E1-315C-45EA-8746-031F6163CB2B}" presName="sibTrans" presStyleLbl="sibTrans2D1" presStyleIdx="0" presStyleCnt="7"/>
      <dgm:spPr/>
    </dgm:pt>
    <dgm:pt modelId="{C4A8E2EC-C737-B045-90CD-A01FBA16E0EF}" type="pres">
      <dgm:prSet presAssocID="{93BE59E1-315C-45EA-8746-031F6163CB2B}" presName="connectorText" presStyleLbl="sibTrans2D1" presStyleIdx="0" presStyleCnt="7"/>
      <dgm:spPr/>
    </dgm:pt>
    <dgm:pt modelId="{24F4FFA1-0A90-B441-9B1B-F7FDF6E77E09}" type="pres">
      <dgm:prSet presAssocID="{5B0A09B0-834A-4B36-9CAE-FFD57AC6FCD6}" presName="node" presStyleLbl="node1" presStyleIdx="1" presStyleCnt="8">
        <dgm:presLayoutVars>
          <dgm:bulletEnabled val="1"/>
        </dgm:presLayoutVars>
      </dgm:prSet>
      <dgm:spPr/>
    </dgm:pt>
    <dgm:pt modelId="{633B7DFC-D384-3D4A-8D22-46CC0233B182}" type="pres">
      <dgm:prSet presAssocID="{4CB01857-3DD8-4E80-B38F-70A14839830A}" presName="sibTrans" presStyleLbl="sibTrans2D1" presStyleIdx="1" presStyleCnt="7"/>
      <dgm:spPr/>
    </dgm:pt>
    <dgm:pt modelId="{0D5B600F-116E-3842-98E9-00B83401F71F}" type="pres">
      <dgm:prSet presAssocID="{4CB01857-3DD8-4E80-B38F-70A14839830A}" presName="connectorText" presStyleLbl="sibTrans2D1" presStyleIdx="1" presStyleCnt="7"/>
      <dgm:spPr/>
    </dgm:pt>
    <dgm:pt modelId="{E1364A5A-C896-3E48-B5E9-4032AD145DFD}" type="pres">
      <dgm:prSet presAssocID="{9D52F462-AE32-4431-A601-78DE4115DEFC}" presName="node" presStyleLbl="node1" presStyleIdx="2" presStyleCnt="8">
        <dgm:presLayoutVars>
          <dgm:bulletEnabled val="1"/>
        </dgm:presLayoutVars>
      </dgm:prSet>
      <dgm:spPr/>
    </dgm:pt>
    <dgm:pt modelId="{92D3F9E8-35D0-5B48-9677-F75A479EDA70}" type="pres">
      <dgm:prSet presAssocID="{44EA78AB-DA3F-4D4E-B080-E90495BB9DE3}" presName="sibTrans" presStyleLbl="sibTrans2D1" presStyleIdx="2" presStyleCnt="7"/>
      <dgm:spPr/>
    </dgm:pt>
    <dgm:pt modelId="{5957DFE4-5C2E-0D43-A6B6-C4768E5B490E}" type="pres">
      <dgm:prSet presAssocID="{44EA78AB-DA3F-4D4E-B080-E90495BB9DE3}" presName="connectorText" presStyleLbl="sibTrans2D1" presStyleIdx="2" presStyleCnt="7"/>
      <dgm:spPr/>
    </dgm:pt>
    <dgm:pt modelId="{A21558B0-62BF-5E46-91FD-7B743F9786D1}" type="pres">
      <dgm:prSet presAssocID="{A38F5534-46AF-4620-A41D-F8451A96D3F0}" presName="node" presStyleLbl="node1" presStyleIdx="3" presStyleCnt="8">
        <dgm:presLayoutVars>
          <dgm:bulletEnabled val="1"/>
        </dgm:presLayoutVars>
      </dgm:prSet>
      <dgm:spPr/>
    </dgm:pt>
    <dgm:pt modelId="{50812DD3-79D6-034A-8CED-F1A3A269DF7F}" type="pres">
      <dgm:prSet presAssocID="{86219DFB-7FBC-4F0B-92FD-1AC5C8D3BA62}" presName="sibTrans" presStyleLbl="sibTrans2D1" presStyleIdx="3" presStyleCnt="7"/>
      <dgm:spPr/>
    </dgm:pt>
    <dgm:pt modelId="{267B3226-E7C4-9943-9D2A-626D501E1F6A}" type="pres">
      <dgm:prSet presAssocID="{86219DFB-7FBC-4F0B-92FD-1AC5C8D3BA62}" presName="connectorText" presStyleLbl="sibTrans2D1" presStyleIdx="3" presStyleCnt="7"/>
      <dgm:spPr/>
    </dgm:pt>
    <dgm:pt modelId="{7D1B3FCB-4094-3648-BF20-3197CF1482CE}" type="pres">
      <dgm:prSet presAssocID="{1BAD6164-459F-43B1-9293-A07732C0E245}" presName="node" presStyleLbl="node1" presStyleIdx="4" presStyleCnt="8">
        <dgm:presLayoutVars>
          <dgm:bulletEnabled val="1"/>
        </dgm:presLayoutVars>
      </dgm:prSet>
      <dgm:spPr/>
    </dgm:pt>
    <dgm:pt modelId="{164BBF38-68A7-7746-A823-2F7E2CC9D3F4}" type="pres">
      <dgm:prSet presAssocID="{A7AB3E81-44FA-40CE-A043-27C01D3E4D32}" presName="sibTrans" presStyleLbl="sibTrans2D1" presStyleIdx="4" presStyleCnt="7"/>
      <dgm:spPr/>
    </dgm:pt>
    <dgm:pt modelId="{24357808-A112-FB4E-AC11-898F3C7E7AA2}" type="pres">
      <dgm:prSet presAssocID="{A7AB3E81-44FA-40CE-A043-27C01D3E4D32}" presName="connectorText" presStyleLbl="sibTrans2D1" presStyleIdx="4" presStyleCnt="7"/>
      <dgm:spPr/>
    </dgm:pt>
    <dgm:pt modelId="{03583F60-BCD8-4740-9284-26B9443DD593}" type="pres">
      <dgm:prSet presAssocID="{9E18AE52-04B1-4DF8-B80F-15242AA5B82F}" presName="node" presStyleLbl="node1" presStyleIdx="5" presStyleCnt="8">
        <dgm:presLayoutVars>
          <dgm:bulletEnabled val="1"/>
        </dgm:presLayoutVars>
      </dgm:prSet>
      <dgm:spPr/>
    </dgm:pt>
    <dgm:pt modelId="{77DABFBD-F834-CB4D-909D-989116947324}" type="pres">
      <dgm:prSet presAssocID="{3A4B2A97-6CD5-43B2-A6E6-874804B8BD4A}" presName="sibTrans" presStyleLbl="sibTrans2D1" presStyleIdx="5" presStyleCnt="7"/>
      <dgm:spPr/>
    </dgm:pt>
    <dgm:pt modelId="{B981DB37-3919-5848-91E1-E8F78B1D25E1}" type="pres">
      <dgm:prSet presAssocID="{3A4B2A97-6CD5-43B2-A6E6-874804B8BD4A}" presName="connectorText" presStyleLbl="sibTrans2D1" presStyleIdx="5" presStyleCnt="7"/>
      <dgm:spPr/>
    </dgm:pt>
    <dgm:pt modelId="{15DB6036-3B8B-0A47-B629-4773A16670B7}" type="pres">
      <dgm:prSet presAssocID="{F1CEE76C-C27B-4D3E-89D3-CE09F4919F9A}" presName="node" presStyleLbl="node1" presStyleIdx="6" presStyleCnt="8">
        <dgm:presLayoutVars>
          <dgm:bulletEnabled val="1"/>
        </dgm:presLayoutVars>
      </dgm:prSet>
      <dgm:spPr/>
    </dgm:pt>
    <dgm:pt modelId="{C4D39E29-0B5B-5342-8BC5-2499A397EFA7}" type="pres">
      <dgm:prSet presAssocID="{400C7233-2304-4707-991A-EAF24E669D54}" presName="sibTrans" presStyleLbl="sibTrans2D1" presStyleIdx="6" presStyleCnt="7"/>
      <dgm:spPr/>
    </dgm:pt>
    <dgm:pt modelId="{5C7A7BAA-72FE-4A4A-97A7-210004113832}" type="pres">
      <dgm:prSet presAssocID="{400C7233-2304-4707-991A-EAF24E669D54}" presName="connectorText" presStyleLbl="sibTrans2D1" presStyleIdx="6" presStyleCnt="7"/>
      <dgm:spPr/>
    </dgm:pt>
    <dgm:pt modelId="{71836D1B-4AD7-B349-86A0-686D008017EF}" type="pres">
      <dgm:prSet presAssocID="{20ACE449-F509-40B3-BA14-8E39566219B6}" presName="node" presStyleLbl="node1" presStyleIdx="7" presStyleCnt="8">
        <dgm:presLayoutVars>
          <dgm:bulletEnabled val="1"/>
        </dgm:presLayoutVars>
      </dgm:prSet>
      <dgm:spPr/>
    </dgm:pt>
  </dgm:ptLst>
  <dgm:cxnLst>
    <dgm:cxn modelId="{7834B001-C3B9-4D43-A873-8E8DC9640A80}" type="presOf" srcId="{20ACE449-F509-40B3-BA14-8E39566219B6}" destId="{71836D1B-4AD7-B349-86A0-686D008017EF}" srcOrd="0" destOrd="0" presId="urn:microsoft.com/office/officeart/2005/8/layout/process5"/>
    <dgm:cxn modelId="{D23F0D02-588E-D044-A803-96D069473199}" type="presOf" srcId="{5B0A09B0-834A-4B36-9CAE-FFD57AC6FCD6}" destId="{24F4FFA1-0A90-B441-9B1B-F7FDF6E77E09}" srcOrd="0" destOrd="0" presId="urn:microsoft.com/office/officeart/2005/8/layout/process5"/>
    <dgm:cxn modelId="{D98B5507-26FD-CA42-8D3E-0A22084D1C9A}" type="presOf" srcId="{86219DFB-7FBC-4F0B-92FD-1AC5C8D3BA62}" destId="{50812DD3-79D6-034A-8CED-F1A3A269DF7F}" srcOrd="0" destOrd="0" presId="urn:microsoft.com/office/officeart/2005/8/layout/process5"/>
    <dgm:cxn modelId="{91145F0A-3AB4-7847-B7FF-9AAD27C0ECAB}" type="presOf" srcId="{1BAD6164-459F-43B1-9293-A07732C0E245}" destId="{7D1B3FCB-4094-3648-BF20-3197CF1482CE}" srcOrd="0" destOrd="0" presId="urn:microsoft.com/office/officeart/2005/8/layout/process5"/>
    <dgm:cxn modelId="{AEBAF621-8421-1642-946F-94158A4F26E0}" type="presOf" srcId="{3A4B2A97-6CD5-43B2-A6E6-874804B8BD4A}" destId="{B981DB37-3919-5848-91E1-E8F78B1D25E1}" srcOrd="1" destOrd="0" presId="urn:microsoft.com/office/officeart/2005/8/layout/process5"/>
    <dgm:cxn modelId="{38257F22-6255-144E-86F5-56555D6DC240}" type="presOf" srcId="{A7AB3E81-44FA-40CE-A043-27C01D3E4D32}" destId="{164BBF38-68A7-7746-A823-2F7E2CC9D3F4}" srcOrd="0" destOrd="0" presId="urn:microsoft.com/office/officeart/2005/8/layout/process5"/>
    <dgm:cxn modelId="{1FB6F224-6283-0040-AA7D-E97B1205D6A9}" type="presOf" srcId="{44EA78AB-DA3F-4D4E-B080-E90495BB9DE3}" destId="{92D3F9E8-35D0-5B48-9677-F75A479EDA70}" srcOrd="0" destOrd="0" presId="urn:microsoft.com/office/officeart/2005/8/layout/process5"/>
    <dgm:cxn modelId="{BADB1A2F-EFAA-B04A-B5DE-B2EB7E2EED12}" type="presOf" srcId="{44EA78AB-DA3F-4D4E-B080-E90495BB9DE3}" destId="{5957DFE4-5C2E-0D43-A6B6-C4768E5B490E}" srcOrd="1" destOrd="0" presId="urn:microsoft.com/office/officeart/2005/8/layout/process5"/>
    <dgm:cxn modelId="{A1762D40-7D5C-4444-B891-F678110ABAB4}" type="presOf" srcId="{3A4B2A97-6CD5-43B2-A6E6-874804B8BD4A}" destId="{77DABFBD-F834-CB4D-909D-989116947324}" srcOrd="0" destOrd="0" presId="urn:microsoft.com/office/officeart/2005/8/layout/process5"/>
    <dgm:cxn modelId="{7C3E2042-4DE4-4536-9D2D-58E7E7F4D4B4}" srcId="{D79A89E4-BEAB-4C77-96B5-0FB9360B46BF}" destId="{18E3447A-4824-4ED6-B19C-6E6FC11635BE}" srcOrd="0" destOrd="0" parTransId="{B8EE2240-C96B-4FC0-B355-5279F490F4C2}" sibTransId="{93BE59E1-315C-45EA-8746-031F6163CB2B}"/>
    <dgm:cxn modelId="{C4136144-60CE-6F4B-8D92-8FCDBCCC9FEB}" type="presOf" srcId="{9D52F462-AE32-4431-A601-78DE4115DEFC}" destId="{E1364A5A-C896-3E48-B5E9-4032AD145DFD}" srcOrd="0" destOrd="0" presId="urn:microsoft.com/office/officeart/2005/8/layout/process5"/>
    <dgm:cxn modelId="{19BCFE57-C3E6-4B84-B3FF-AFBAD384623D}" srcId="{D79A89E4-BEAB-4C77-96B5-0FB9360B46BF}" destId="{20ACE449-F509-40B3-BA14-8E39566219B6}" srcOrd="7" destOrd="0" parTransId="{A6BCEB7B-FAF1-4CE3-86A6-F210E6F1E816}" sibTransId="{7C967232-C409-4114-8705-73D21A7D5DED}"/>
    <dgm:cxn modelId="{95C37366-0733-4E75-B042-F8F688203D7D}" srcId="{D79A89E4-BEAB-4C77-96B5-0FB9360B46BF}" destId="{A38F5534-46AF-4620-A41D-F8451A96D3F0}" srcOrd="3" destOrd="0" parTransId="{25EFF71D-EE15-455B-A39D-2055B3DC20DE}" sibTransId="{86219DFB-7FBC-4F0B-92FD-1AC5C8D3BA62}"/>
    <dgm:cxn modelId="{17FF9570-D88E-E248-B75E-432367F06B64}" type="presOf" srcId="{18E3447A-4824-4ED6-B19C-6E6FC11635BE}" destId="{17DCE160-E85E-B440-80F7-4CCD28E0E006}" srcOrd="0" destOrd="0" presId="urn:microsoft.com/office/officeart/2005/8/layout/process5"/>
    <dgm:cxn modelId="{E627D77C-EE79-40EC-AE88-0E43C2B3B573}" srcId="{D79A89E4-BEAB-4C77-96B5-0FB9360B46BF}" destId="{1BAD6164-459F-43B1-9293-A07732C0E245}" srcOrd="4" destOrd="0" parTransId="{A44AB047-1164-4E4F-A712-9317C4599575}" sibTransId="{A7AB3E81-44FA-40CE-A043-27C01D3E4D32}"/>
    <dgm:cxn modelId="{A240DD80-FFE8-694F-A861-828F8DA7208A}" type="presOf" srcId="{93BE59E1-315C-45EA-8746-031F6163CB2B}" destId="{C198CBA2-7BF7-4B45-8BAE-7879CD9892C5}" srcOrd="0" destOrd="0" presId="urn:microsoft.com/office/officeart/2005/8/layout/process5"/>
    <dgm:cxn modelId="{37BA4081-7DA5-2740-9DE4-FBFE404072AD}" type="presOf" srcId="{400C7233-2304-4707-991A-EAF24E669D54}" destId="{C4D39E29-0B5B-5342-8BC5-2499A397EFA7}" srcOrd="0" destOrd="0" presId="urn:microsoft.com/office/officeart/2005/8/layout/process5"/>
    <dgm:cxn modelId="{4E3E9586-2367-574C-AFA5-3ABCCAC90A40}" type="presOf" srcId="{86219DFB-7FBC-4F0B-92FD-1AC5C8D3BA62}" destId="{267B3226-E7C4-9943-9D2A-626D501E1F6A}" srcOrd="1" destOrd="0" presId="urn:microsoft.com/office/officeart/2005/8/layout/process5"/>
    <dgm:cxn modelId="{8C57819D-8B25-2546-AA0A-CCD764A80D02}" type="presOf" srcId="{93BE59E1-315C-45EA-8746-031F6163CB2B}" destId="{C4A8E2EC-C737-B045-90CD-A01FBA16E0EF}" srcOrd="1" destOrd="0" presId="urn:microsoft.com/office/officeart/2005/8/layout/process5"/>
    <dgm:cxn modelId="{50DD39A7-CD91-9943-B2C7-3403C0C021BE}" type="presOf" srcId="{4CB01857-3DD8-4E80-B38F-70A14839830A}" destId="{0D5B600F-116E-3842-98E9-00B83401F71F}" srcOrd="1" destOrd="0" presId="urn:microsoft.com/office/officeart/2005/8/layout/process5"/>
    <dgm:cxn modelId="{63539FAE-F9A1-C04B-87A5-B3CA874AA22F}" type="presOf" srcId="{4CB01857-3DD8-4E80-B38F-70A14839830A}" destId="{633B7DFC-D384-3D4A-8D22-46CC0233B182}" srcOrd="0" destOrd="0" presId="urn:microsoft.com/office/officeart/2005/8/layout/process5"/>
    <dgm:cxn modelId="{4E557FBD-5F00-42A4-B03B-D80BBABA03B4}" srcId="{D79A89E4-BEAB-4C77-96B5-0FB9360B46BF}" destId="{9E18AE52-04B1-4DF8-B80F-15242AA5B82F}" srcOrd="5" destOrd="0" parTransId="{15F8CF0F-5EBD-42C5-A482-1510D06BF1C6}" sibTransId="{3A4B2A97-6CD5-43B2-A6E6-874804B8BD4A}"/>
    <dgm:cxn modelId="{FA4170BF-CE50-47D4-B055-11D42A39EB3A}" srcId="{D79A89E4-BEAB-4C77-96B5-0FB9360B46BF}" destId="{F1CEE76C-C27B-4D3E-89D3-CE09F4919F9A}" srcOrd="6" destOrd="0" parTransId="{B6A3B873-062D-42DF-8716-2C7801C3EF78}" sibTransId="{400C7233-2304-4707-991A-EAF24E669D54}"/>
    <dgm:cxn modelId="{ACA693CC-C80B-BA40-B7BC-C64101B20F4D}" type="presOf" srcId="{A7AB3E81-44FA-40CE-A043-27C01D3E4D32}" destId="{24357808-A112-FB4E-AC11-898F3C7E7AA2}" srcOrd="1" destOrd="0" presId="urn:microsoft.com/office/officeart/2005/8/layout/process5"/>
    <dgm:cxn modelId="{34E01AD8-FCEE-784E-B715-62F95127EA26}" type="presOf" srcId="{9E18AE52-04B1-4DF8-B80F-15242AA5B82F}" destId="{03583F60-BCD8-4740-9284-26B9443DD593}" srcOrd="0" destOrd="0" presId="urn:microsoft.com/office/officeart/2005/8/layout/process5"/>
    <dgm:cxn modelId="{F86363D8-5BE8-1840-AE76-C0EF838D493F}" type="presOf" srcId="{400C7233-2304-4707-991A-EAF24E669D54}" destId="{5C7A7BAA-72FE-4A4A-97A7-210004113832}" srcOrd="1" destOrd="0" presId="urn:microsoft.com/office/officeart/2005/8/layout/process5"/>
    <dgm:cxn modelId="{5949AADD-4640-4FE1-8167-69F301242B5E}" srcId="{D79A89E4-BEAB-4C77-96B5-0FB9360B46BF}" destId="{9D52F462-AE32-4431-A601-78DE4115DEFC}" srcOrd="2" destOrd="0" parTransId="{49257E83-2229-401C-87B3-DBF947FB96EA}" sibTransId="{44EA78AB-DA3F-4D4E-B080-E90495BB9DE3}"/>
    <dgm:cxn modelId="{4ACA21E0-0010-A449-B822-91B9EB0B6378}" type="presOf" srcId="{A38F5534-46AF-4620-A41D-F8451A96D3F0}" destId="{A21558B0-62BF-5E46-91FD-7B743F9786D1}" srcOrd="0" destOrd="0" presId="urn:microsoft.com/office/officeart/2005/8/layout/process5"/>
    <dgm:cxn modelId="{076D3CE9-1D4A-4C70-AEEB-0A099355B207}" srcId="{D79A89E4-BEAB-4C77-96B5-0FB9360B46BF}" destId="{5B0A09B0-834A-4B36-9CAE-FFD57AC6FCD6}" srcOrd="1" destOrd="0" parTransId="{D6A1EBD5-0875-4E4A-A398-E45F55875B8D}" sibTransId="{4CB01857-3DD8-4E80-B38F-70A14839830A}"/>
    <dgm:cxn modelId="{BAD459EC-4EF6-8545-A4F4-FC244E5FAC2F}" type="presOf" srcId="{D79A89E4-BEAB-4C77-96B5-0FB9360B46BF}" destId="{06FA494C-2578-7B42-807E-448278BE7C5A}" srcOrd="0" destOrd="0" presId="urn:microsoft.com/office/officeart/2005/8/layout/process5"/>
    <dgm:cxn modelId="{BDD8C6F1-2B54-9240-9394-405821B6ECD3}" type="presOf" srcId="{F1CEE76C-C27B-4D3E-89D3-CE09F4919F9A}" destId="{15DB6036-3B8B-0A47-B629-4773A16670B7}" srcOrd="0" destOrd="0" presId="urn:microsoft.com/office/officeart/2005/8/layout/process5"/>
    <dgm:cxn modelId="{FAA5288E-24CE-8E4A-A0DC-906BEFC5F992}" type="presParOf" srcId="{06FA494C-2578-7B42-807E-448278BE7C5A}" destId="{17DCE160-E85E-B440-80F7-4CCD28E0E006}" srcOrd="0" destOrd="0" presId="urn:microsoft.com/office/officeart/2005/8/layout/process5"/>
    <dgm:cxn modelId="{E4E0751F-14D6-3045-A7A9-A82E1FF9F2ED}" type="presParOf" srcId="{06FA494C-2578-7B42-807E-448278BE7C5A}" destId="{C198CBA2-7BF7-4B45-8BAE-7879CD9892C5}" srcOrd="1" destOrd="0" presId="urn:microsoft.com/office/officeart/2005/8/layout/process5"/>
    <dgm:cxn modelId="{97DEAB5D-72FF-EE4D-BF44-AF11E20E2E11}" type="presParOf" srcId="{C198CBA2-7BF7-4B45-8BAE-7879CD9892C5}" destId="{C4A8E2EC-C737-B045-90CD-A01FBA16E0EF}" srcOrd="0" destOrd="0" presId="urn:microsoft.com/office/officeart/2005/8/layout/process5"/>
    <dgm:cxn modelId="{35900596-72F4-B44C-8B9D-4337E049B39B}" type="presParOf" srcId="{06FA494C-2578-7B42-807E-448278BE7C5A}" destId="{24F4FFA1-0A90-B441-9B1B-F7FDF6E77E09}" srcOrd="2" destOrd="0" presId="urn:microsoft.com/office/officeart/2005/8/layout/process5"/>
    <dgm:cxn modelId="{3E63237C-8E3E-8D45-9086-688C9FEBDC6C}" type="presParOf" srcId="{06FA494C-2578-7B42-807E-448278BE7C5A}" destId="{633B7DFC-D384-3D4A-8D22-46CC0233B182}" srcOrd="3" destOrd="0" presId="urn:microsoft.com/office/officeart/2005/8/layout/process5"/>
    <dgm:cxn modelId="{F33E7D4C-3535-CB4F-9FF2-8D7A3533484F}" type="presParOf" srcId="{633B7DFC-D384-3D4A-8D22-46CC0233B182}" destId="{0D5B600F-116E-3842-98E9-00B83401F71F}" srcOrd="0" destOrd="0" presId="urn:microsoft.com/office/officeart/2005/8/layout/process5"/>
    <dgm:cxn modelId="{9B31C3B4-5ACD-CB4F-8BFE-B472844DCE4B}" type="presParOf" srcId="{06FA494C-2578-7B42-807E-448278BE7C5A}" destId="{E1364A5A-C896-3E48-B5E9-4032AD145DFD}" srcOrd="4" destOrd="0" presId="urn:microsoft.com/office/officeart/2005/8/layout/process5"/>
    <dgm:cxn modelId="{48FDAC7E-7505-6F43-9DB1-319BED355CEE}" type="presParOf" srcId="{06FA494C-2578-7B42-807E-448278BE7C5A}" destId="{92D3F9E8-35D0-5B48-9677-F75A479EDA70}" srcOrd="5" destOrd="0" presId="urn:microsoft.com/office/officeart/2005/8/layout/process5"/>
    <dgm:cxn modelId="{C7FB5202-2971-6240-A0AA-91B387F7B6A8}" type="presParOf" srcId="{92D3F9E8-35D0-5B48-9677-F75A479EDA70}" destId="{5957DFE4-5C2E-0D43-A6B6-C4768E5B490E}" srcOrd="0" destOrd="0" presId="urn:microsoft.com/office/officeart/2005/8/layout/process5"/>
    <dgm:cxn modelId="{C155A494-7E26-D149-8189-49950C31477B}" type="presParOf" srcId="{06FA494C-2578-7B42-807E-448278BE7C5A}" destId="{A21558B0-62BF-5E46-91FD-7B743F9786D1}" srcOrd="6" destOrd="0" presId="urn:microsoft.com/office/officeart/2005/8/layout/process5"/>
    <dgm:cxn modelId="{434C596A-A754-EF48-BAA4-8B3F13E2BA0A}" type="presParOf" srcId="{06FA494C-2578-7B42-807E-448278BE7C5A}" destId="{50812DD3-79D6-034A-8CED-F1A3A269DF7F}" srcOrd="7" destOrd="0" presId="urn:microsoft.com/office/officeart/2005/8/layout/process5"/>
    <dgm:cxn modelId="{2C1FC7F2-71C5-E54B-8AEA-2EFD33D64C5C}" type="presParOf" srcId="{50812DD3-79D6-034A-8CED-F1A3A269DF7F}" destId="{267B3226-E7C4-9943-9D2A-626D501E1F6A}" srcOrd="0" destOrd="0" presId="urn:microsoft.com/office/officeart/2005/8/layout/process5"/>
    <dgm:cxn modelId="{0891065E-B4D2-004D-83B9-5862591424AB}" type="presParOf" srcId="{06FA494C-2578-7B42-807E-448278BE7C5A}" destId="{7D1B3FCB-4094-3648-BF20-3197CF1482CE}" srcOrd="8" destOrd="0" presId="urn:microsoft.com/office/officeart/2005/8/layout/process5"/>
    <dgm:cxn modelId="{AAE8EA66-79CE-1A47-84F3-41BFC5A60E43}" type="presParOf" srcId="{06FA494C-2578-7B42-807E-448278BE7C5A}" destId="{164BBF38-68A7-7746-A823-2F7E2CC9D3F4}" srcOrd="9" destOrd="0" presId="urn:microsoft.com/office/officeart/2005/8/layout/process5"/>
    <dgm:cxn modelId="{14609B5C-0D40-684F-87A3-C71D62D57DB9}" type="presParOf" srcId="{164BBF38-68A7-7746-A823-2F7E2CC9D3F4}" destId="{24357808-A112-FB4E-AC11-898F3C7E7AA2}" srcOrd="0" destOrd="0" presId="urn:microsoft.com/office/officeart/2005/8/layout/process5"/>
    <dgm:cxn modelId="{A48675F1-1B8A-E448-9EEB-7D027A64925A}" type="presParOf" srcId="{06FA494C-2578-7B42-807E-448278BE7C5A}" destId="{03583F60-BCD8-4740-9284-26B9443DD593}" srcOrd="10" destOrd="0" presId="urn:microsoft.com/office/officeart/2005/8/layout/process5"/>
    <dgm:cxn modelId="{24226549-5DB5-C043-87B6-8679D89CFF9C}" type="presParOf" srcId="{06FA494C-2578-7B42-807E-448278BE7C5A}" destId="{77DABFBD-F834-CB4D-909D-989116947324}" srcOrd="11" destOrd="0" presId="urn:microsoft.com/office/officeart/2005/8/layout/process5"/>
    <dgm:cxn modelId="{2BF86C66-CA4F-5B46-81D8-E5D7D30135EF}" type="presParOf" srcId="{77DABFBD-F834-CB4D-909D-989116947324}" destId="{B981DB37-3919-5848-91E1-E8F78B1D25E1}" srcOrd="0" destOrd="0" presId="urn:microsoft.com/office/officeart/2005/8/layout/process5"/>
    <dgm:cxn modelId="{8D55DCD3-4E91-7D4A-8A78-CA1A5FE98BE6}" type="presParOf" srcId="{06FA494C-2578-7B42-807E-448278BE7C5A}" destId="{15DB6036-3B8B-0A47-B629-4773A16670B7}" srcOrd="12" destOrd="0" presId="urn:microsoft.com/office/officeart/2005/8/layout/process5"/>
    <dgm:cxn modelId="{46C40849-4E3C-9848-BEFA-A69A74A6E430}" type="presParOf" srcId="{06FA494C-2578-7B42-807E-448278BE7C5A}" destId="{C4D39E29-0B5B-5342-8BC5-2499A397EFA7}" srcOrd="13" destOrd="0" presId="urn:microsoft.com/office/officeart/2005/8/layout/process5"/>
    <dgm:cxn modelId="{18E2C743-EF18-F84E-89C6-83FE3F4EE6A3}" type="presParOf" srcId="{C4D39E29-0B5B-5342-8BC5-2499A397EFA7}" destId="{5C7A7BAA-72FE-4A4A-97A7-210004113832}" srcOrd="0" destOrd="0" presId="urn:microsoft.com/office/officeart/2005/8/layout/process5"/>
    <dgm:cxn modelId="{1D67D388-2B74-924A-A581-4A318E6DEDCA}" type="presParOf" srcId="{06FA494C-2578-7B42-807E-448278BE7C5A}" destId="{71836D1B-4AD7-B349-86A0-686D008017EF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1BC6C-9DD0-5B47-A735-BD41CFF328CB}">
      <dsp:nvSpPr>
        <dsp:cNvPr id="0" name=""/>
        <dsp:cNvSpPr/>
      </dsp:nvSpPr>
      <dsp:spPr>
        <a:xfrm>
          <a:off x="0" y="0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Custodians: Handle evidence check-in/out.</a:t>
          </a:r>
          <a:endParaRPr lang="en-US" sz="2000" kern="1200"/>
        </a:p>
      </dsp:txBody>
      <dsp:txXfrm>
        <a:off x="23166" y="23166"/>
        <a:ext cx="4457107" cy="744624"/>
      </dsp:txXfrm>
    </dsp:sp>
    <dsp:sp modelId="{3005CA0A-00D0-E541-8590-9BF677879CCD}">
      <dsp:nvSpPr>
        <dsp:cNvPr id="0" name=""/>
        <dsp:cNvSpPr/>
      </dsp:nvSpPr>
      <dsp:spPr>
        <a:xfrm>
          <a:off x="403482" y="900810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Analysts: Access and analyze evidence.</a:t>
          </a:r>
          <a:endParaRPr lang="en-US" sz="2000" kern="1200"/>
        </a:p>
      </dsp:txBody>
      <dsp:txXfrm>
        <a:off x="426648" y="923976"/>
        <a:ext cx="4439216" cy="744624"/>
      </dsp:txXfrm>
    </dsp:sp>
    <dsp:sp modelId="{5DF2DB04-A4BD-0D4D-BE26-6B123A240868}">
      <dsp:nvSpPr>
        <dsp:cNvPr id="0" name=""/>
        <dsp:cNvSpPr/>
      </dsp:nvSpPr>
      <dsp:spPr>
        <a:xfrm>
          <a:off x="806964" y="1801622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Admins: Oversee audits and permissions.</a:t>
          </a:r>
          <a:endParaRPr lang="en-US" sz="2000" kern="1200"/>
        </a:p>
      </dsp:txBody>
      <dsp:txXfrm>
        <a:off x="830130" y="1824788"/>
        <a:ext cx="4439216" cy="744623"/>
      </dsp:txXfrm>
    </dsp:sp>
    <dsp:sp modelId="{F05F1717-78CF-DF4E-8A98-C318902C0474}">
      <dsp:nvSpPr>
        <dsp:cNvPr id="0" name=""/>
        <dsp:cNvSpPr/>
      </dsp:nvSpPr>
      <dsp:spPr>
        <a:xfrm>
          <a:off x="1210446" y="2702433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Current Features: Evidence creation and retrieval.</a:t>
          </a:r>
          <a:endParaRPr lang="en-US" sz="2000" kern="1200"/>
        </a:p>
      </dsp:txBody>
      <dsp:txXfrm>
        <a:off x="1233612" y="2725599"/>
        <a:ext cx="4439216" cy="744624"/>
      </dsp:txXfrm>
    </dsp:sp>
    <dsp:sp modelId="{651E5EE7-FDED-3B4F-A09D-E54E7F310B6B}">
      <dsp:nvSpPr>
        <dsp:cNvPr id="0" name=""/>
        <dsp:cNvSpPr/>
      </dsp:nvSpPr>
      <dsp:spPr>
        <a:xfrm>
          <a:off x="1613928" y="3603244"/>
          <a:ext cx="5403151" cy="790956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Next Steps: Role enforcement, check-in/out logic, and audit dashboards.</a:t>
          </a:r>
          <a:endParaRPr lang="en-US" sz="2000" kern="1200"/>
        </a:p>
      </dsp:txBody>
      <dsp:txXfrm>
        <a:off x="1637094" y="3626410"/>
        <a:ext cx="4439216" cy="744624"/>
      </dsp:txXfrm>
    </dsp:sp>
    <dsp:sp modelId="{8435E13F-867C-CD44-960C-D1252691A5D3}">
      <dsp:nvSpPr>
        <dsp:cNvPr id="0" name=""/>
        <dsp:cNvSpPr/>
      </dsp:nvSpPr>
      <dsp:spPr>
        <a:xfrm>
          <a:off x="4889030" y="577837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004707" y="577837"/>
        <a:ext cx="282767" cy="386876"/>
      </dsp:txXfrm>
    </dsp:sp>
    <dsp:sp modelId="{520D1906-DD90-AB4F-B481-A1542975E739}">
      <dsp:nvSpPr>
        <dsp:cNvPr id="0" name=""/>
        <dsp:cNvSpPr/>
      </dsp:nvSpPr>
      <dsp:spPr>
        <a:xfrm>
          <a:off x="5292512" y="1478648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08189" y="1478648"/>
        <a:ext cx="282767" cy="386876"/>
      </dsp:txXfrm>
    </dsp:sp>
    <dsp:sp modelId="{62694B78-64BE-F941-9AB7-8F38F44A13DC}">
      <dsp:nvSpPr>
        <dsp:cNvPr id="0" name=""/>
        <dsp:cNvSpPr/>
      </dsp:nvSpPr>
      <dsp:spPr>
        <a:xfrm>
          <a:off x="5695994" y="2366276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11671" y="2366276"/>
        <a:ext cx="282767" cy="386876"/>
      </dsp:txXfrm>
    </dsp:sp>
    <dsp:sp modelId="{63D1AE5D-D07C-114A-AC1B-98B3963D1CAC}">
      <dsp:nvSpPr>
        <dsp:cNvPr id="0" name=""/>
        <dsp:cNvSpPr/>
      </dsp:nvSpPr>
      <dsp:spPr>
        <a:xfrm>
          <a:off x="6099476" y="3275876"/>
          <a:ext cx="514121" cy="5141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215153" y="3275876"/>
        <a:ext cx="282767" cy="3868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4EA4C-20AD-2B48-8050-BFD265C74108}">
      <dsp:nvSpPr>
        <dsp:cNvPr id="0" name=""/>
        <dsp:cNvSpPr/>
      </dsp:nvSpPr>
      <dsp:spPr>
        <a:xfrm>
          <a:off x="4063036" y="10412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Demo Flow:</a:t>
          </a:r>
          <a:endParaRPr lang="en-US" sz="1000" kern="1200"/>
        </a:p>
      </dsp:txBody>
      <dsp:txXfrm>
        <a:off x="4063036" y="10412"/>
        <a:ext cx="897692" cy="897692"/>
      </dsp:txXfrm>
    </dsp:sp>
    <dsp:sp modelId="{840C1FE0-4F81-5645-A799-F3E7E371CF43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20574539"/>
            <a:gd name="adj4" fmla="val 18981527"/>
            <a:gd name="adj5" fmla="val 464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B2CE6-7098-3B49-B7E9-751168B798B1}">
      <dsp:nvSpPr>
        <dsp:cNvPr id="0" name=""/>
        <dsp:cNvSpPr/>
      </dsp:nvSpPr>
      <dsp:spPr>
        <a:xfrm>
          <a:off x="5066379" y="1748253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Network Setup</a:t>
          </a:r>
        </a:p>
      </dsp:txBody>
      <dsp:txXfrm>
        <a:off x="5066379" y="1748253"/>
        <a:ext cx="897692" cy="897692"/>
      </dsp:txXfrm>
    </dsp:sp>
    <dsp:sp modelId="{89F365E2-063E-4240-92E8-343144A4F783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2368513"/>
            <a:gd name="adj4" fmla="val 775500"/>
            <a:gd name="adj5" fmla="val 464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CC6B7-F0CA-F542-A3A2-4E83D05F4633}">
      <dsp:nvSpPr>
        <dsp:cNvPr id="0" name=""/>
        <dsp:cNvSpPr/>
      </dsp:nvSpPr>
      <dsp:spPr>
        <a:xfrm>
          <a:off x="4063036" y="3486094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Smart Contract Deployment</a:t>
          </a:r>
        </a:p>
      </dsp:txBody>
      <dsp:txXfrm>
        <a:off x="4063036" y="3486094"/>
        <a:ext cx="897692" cy="897692"/>
      </dsp:txXfrm>
    </dsp:sp>
    <dsp:sp modelId="{A6F6AEAF-A7AC-FB4A-A547-A8CC824B93E7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6112497"/>
            <a:gd name="adj4" fmla="val 4437542"/>
            <a:gd name="adj5" fmla="val 464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E4043-FB7A-7149-8C6E-3FD7FA8B98B2}">
      <dsp:nvSpPr>
        <dsp:cNvPr id="0" name=""/>
        <dsp:cNvSpPr/>
      </dsp:nvSpPr>
      <dsp:spPr>
        <a:xfrm>
          <a:off x="2056350" y="3486094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Transaction Execution</a:t>
          </a:r>
        </a:p>
      </dsp:txBody>
      <dsp:txXfrm>
        <a:off x="2056350" y="3486094"/>
        <a:ext cx="897692" cy="897692"/>
      </dsp:txXfrm>
    </dsp:sp>
    <dsp:sp modelId="{6E71EA2F-EFF8-B743-9B61-52201ADC8A8D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9774539"/>
            <a:gd name="adj4" fmla="val 8181527"/>
            <a:gd name="adj5" fmla="val 464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1B892-1186-2B48-97FA-22039E71784D}">
      <dsp:nvSpPr>
        <dsp:cNvPr id="0" name=""/>
        <dsp:cNvSpPr/>
      </dsp:nvSpPr>
      <dsp:spPr>
        <a:xfrm>
          <a:off x="1053008" y="1748253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History Query</a:t>
          </a:r>
        </a:p>
      </dsp:txBody>
      <dsp:txXfrm>
        <a:off x="1053008" y="1748253"/>
        <a:ext cx="897692" cy="897692"/>
      </dsp:txXfrm>
    </dsp:sp>
    <dsp:sp modelId="{E56880A5-0941-E142-86C0-34FF9308CD96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13168513"/>
            <a:gd name="adj4" fmla="val 11575500"/>
            <a:gd name="adj5" fmla="val 4649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985F5-29AD-5845-B79F-C5485BAA5D48}">
      <dsp:nvSpPr>
        <dsp:cNvPr id="0" name=""/>
        <dsp:cNvSpPr/>
      </dsp:nvSpPr>
      <dsp:spPr>
        <a:xfrm>
          <a:off x="2056350" y="10412"/>
          <a:ext cx="897692" cy="897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Goal: Demonstrate blockchain immutability and evidence traceability.</a:t>
          </a:r>
          <a:endParaRPr lang="en-US" sz="1000" kern="1200"/>
        </a:p>
      </dsp:txBody>
      <dsp:txXfrm>
        <a:off x="2056350" y="10412"/>
        <a:ext cx="897692" cy="897692"/>
      </dsp:txXfrm>
    </dsp:sp>
    <dsp:sp modelId="{D65D814B-D479-AB42-8A9A-65DD9F327F5A}">
      <dsp:nvSpPr>
        <dsp:cNvPr id="0" name=""/>
        <dsp:cNvSpPr/>
      </dsp:nvSpPr>
      <dsp:spPr>
        <a:xfrm>
          <a:off x="1312216" y="776"/>
          <a:ext cx="4392646" cy="4392646"/>
        </a:xfrm>
        <a:prstGeom prst="circularArrow">
          <a:avLst>
            <a:gd name="adj1" fmla="val 3985"/>
            <a:gd name="adj2" fmla="val 249960"/>
            <a:gd name="adj3" fmla="val 16912497"/>
            <a:gd name="adj4" fmla="val 15237542"/>
            <a:gd name="adj5" fmla="val 464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BA7EB-039D-8149-BC79-3ADD0B86E22A}">
      <dsp:nvSpPr>
        <dsp:cNvPr id="0" name=""/>
        <dsp:cNvSpPr/>
      </dsp:nvSpPr>
      <dsp:spPr>
        <a:xfrm>
          <a:off x="0" y="3773092"/>
          <a:ext cx="7017080" cy="6190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Establishes blockchain infrastructure ready for chaincode deployment.</a:t>
          </a:r>
        </a:p>
      </dsp:txBody>
      <dsp:txXfrm>
        <a:off x="0" y="3773092"/>
        <a:ext cx="7017080" cy="619007"/>
      </dsp:txXfrm>
    </dsp:sp>
    <dsp:sp modelId="{5A2FBB8E-3FDC-5148-B82F-2F5718F0E253}">
      <dsp:nvSpPr>
        <dsp:cNvPr id="0" name=""/>
        <dsp:cNvSpPr/>
      </dsp:nvSpPr>
      <dsp:spPr>
        <a:xfrm rot="10800000">
          <a:off x="0" y="2830344"/>
          <a:ext cx="7017080" cy="95203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Sets anchor peers for inter-org communication.</a:t>
          </a:r>
        </a:p>
      </dsp:txBody>
      <dsp:txXfrm rot="10800000">
        <a:off x="0" y="2830344"/>
        <a:ext cx="7017080" cy="618602"/>
      </dsp:txXfrm>
    </dsp:sp>
    <dsp:sp modelId="{9B10D23B-DCB5-1444-87D0-C813D8A0C089}">
      <dsp:nvSpPr>
        <dsp:cNvPr id="0" name=""/>
        <dsp:cNvSpPr/>
      </dsp:nvSpPr>
      <dsp:spPr>
        <a:xfrm rot="10800000">
          <a:off x="0" y="1887596"/>
          <a:ext cx="7017080" cy="95203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Creates and joins channel forensic-chainguard.</a:t>
          </a:r>
        </a:p>
      </dsp:txBody>
      <dsp:txXfrm rot="10800000">
        <a:off x="0" y="1887596"/>
        <a:ext cx="7017080" cy="618602"/>
      </dsp:txXfrm>
    </dsp:sp>
    <dsp:sp modelId="{845CA953-32C3-374A-9B9C-980DD0EFE3DF}">
      <dsp:nvSpPr>
        <dsp:cNvPr id="0" name=""/>
        <dsp:cNvSpPr/>
      </dsp:nvSpPr>
      <dsp:spPr>
        <a:xfrm rot="10800000">
          <a:off x="0" y="944848"/>
          <a:ext cx="7017080" cy="952033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Initializes Fabric network with 2 orgs, peers, and CAs.</a:t>
          </a:r>
        </a:p>
      </dsp:txBody>
      <dsp:txXfrm rot="10800000">
        <a:off x="0" y="944848"/>
        <a:ext cx="7017080" cy="618602"/>
      </dsp:txXfrm>
    </dsp:sp>
    <dsp:sp modelId="{92452C3D-00B7-AD42-AA08-9A7625EBD391}">
      <dsp:nvSpPr>
        <dsp:cNvPr id="0" name=""/>
        <dsp:cNvSpPr/>
      </dsp:nvSpPr>
      <dsp:spPr>
        <a:xfrm rot="10800000">
          <a:off x="0" y="2100"/>
          <a:ext cx="7017080" cy="952033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Command: ./network.sh up createChannel -c forensic-chainguard -ca</a:t>
          </a:r>
          <a:endParaRPr lang="en-US" sz="1800" kern="1200"/>
        </a:p>
      </dsp:txBody>
      <dsp:txXfrm rot="10800000">
        <a:off x="0" y="2100"/>
        <a:ext cx="7017080" cy="6186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F1A04-06BE-0E4E-9180-43A38FDEBFB5}">
      <dsp:nvSpPr>
        <dsp:cNvPr id="0" name=""/>
        <dsp:cNvSpPr/>
      </dsp:nvSpPr>
      <dsp:spPr>
        <a:xfrm>
          <a:off x="2462" y="878840"/>
          <a:ext cx="1672038" cy="5016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</a:t>
          </a:r>
        </a:p>
      </dsp:txBody>
      <dsp:txXfrm>
        <a:off x="2462" y="878840"/>
        <a:ext cx="1672038" cy="501611"/>
      </dsp:txXfrm>
    </dsp:sp>
    <dsp:sp modelId="{F5DABADD-8349-7840-A77F-D222BF4920F8}">
      <dsp:nvSpPr>
        <dsp:cNvPr id="0" name=""/>
        <dsp:cNvSpPr/>
      </dsp:nvSpPr>
      <dsp:spPr>
        <a:xfrm>
          <a:off x="2462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Create Evidence: peer chaincode invoke ... CreateEvidence E1</a:t>
          </a:r>
        </a:p>
      </dsp:txBody>
      <dsp:txXfrm>
        <a:off x="2462" y="1380451"/>
        <a:ext cx="1672038" cy="2134908"/>
      </dsp:txXfrm>
    </dsp:sp>
    <dsp:sp modelId="{9579C2C0-3184-7440-A3EA-0FA35648A576}">
      <dsp:nvSpPr>
        <dsp:cNvPr id="0" name=""/>
        <dsp:cNvSpPr/>
      </dsp:nvSpPr>
      <dsp:spPr>
        <a:xfrm>
          <a:off x="1782501" y="878840"/>
          <a:ext cx="1672038" cy="501611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Update</a:t>
          </a:r>
        </a:p>
      </dsp:txBody>
      <dsp:txXfrm>
        <a:off x="1782501" y="878840"/>
        <a:ext cx="1672038" cy="501611"/>
      </dsp:txXfrm>
    </dsp:sp>
    <dsp:sp modelId="{2C095E74-34C1-F842-B24F-B0CB22A859B9}">
      <dsp:nvSpPr>
        <dsp:cNvPr id="0" name=""/>
        <dsp:cNvSpPr/>
      </dsp:nvSpPr>
      <dsp:spPr>
        <a:xfrm>
          <a:off x="1782501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Update Evidence: peer chaincode invoke ... CreateEvidence E1 updated</a:t>
          </a:r>
        </a:p>
      </dsp:txBody>
      <dsp:txXfrm>
        <a:off x="1782501" y="1380451"/>
        <a:ext cx="1672038" cy="2134908"/>
      </dsp:txXfrm>
    </dsp:sp>
    <dsp:sp modelId="{06F3A19E-4E67-9343-B85E-4DC532F7ABCD}">
      <dsp:nvSpPr>
        <dsp:cNvPr id="0" name=""/>
        <dsp:cNvSpPr/>
      </dsp:nvSpPr>
      <dsp:spPr>
        <a:xfrm>
          <a:off x="3562540" y="878840"/>
          <a:ext cx="1672038" cy="501611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Query</a:t>
          </a:r>
        </a:p>
      </dsp:txBody>
      <dsp:txXfrm>
        <a:off x="3562540" y="878840"/>
        <a:ext cx="1672038" cy="501611"/>
      </dsp:txXfrm>
    </dsp:sp>
    <dsp:sp modelId="{74758B4F-BE1B-2D4D-B7B7-3C4B11BC9B02}">
      <dsp:nvSpPr>
        <dsp:cNvPr id="0" name=""/>
        <dsp:cNvSpPr/>
      </dsp:nvSpPr>
      <dsp:spPr>
        <a:xfrm>
          <a:off x="3562540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Query History: peer chaincode query ... GetEvidenceHistory E1</a:t>
          </a:r>
        </a:p>
      </dsp:txBody>
      <dsp:txXfrm>
        <a:off x="3562540" y="1380451"/>
        <a:ext cx="1672038" cy="2134908"/>
      </dsp:txXfrm>
    </dsp:sp>
    <dsp:sp modelId="{CECB1D31-E7F9-CA49-840A-2F8F259F15E2}">
      <dsp:nvSpPr>
        <dsp:cNvPr id="0" name=""/>
        <dsp:cNvSpPr/>
      </dsp:nvSpPr>
      <dsp:spPr>
        <a:xfrm>
          <a:off x="5342578" y="878840"/>
          <a:ext cx="1672038" cy="50161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28" tIns="132128" rIns="132128" bIns="13212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</a:t>
          </a:r>
        </a:p>
      </dsp:txBody>
      <dsp:txXfrm>
        <a:off x="5342578" y="878840"/>
        <a:ext cx="1672038" cy="501611"/>
      </dsp:txXfrm>
    </dsp:sp>
    <dsp:sp modelId="{19ED2C25-30FA-A44C-8D62-716681B7F981}">
      <dsp:nvSpPr>
        <dsp:cNvPr id="0" name=""/>
        <dsp:cNvSpPr/>
      </dsp:nvSpPr>
      <dsp:spPr>
        <a:xfrm>
          <a:off x="5342578" y="1380451"/>
          <a:ext cx="1672038" cy="2134908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60" tIns="165160" rIns="165160" bIns="16516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Result: Immutable, transparent evidence record tracking.</a:t>
          </a:r>
        </a:p>
      </dsp:txBody>
      <dsp:txXfrm>
        <a:off x="5342578" y="1380451"/>
        <a:ext cx="1672038" cy="2134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CE160-E85E-B440-80F7-4CCD28E0E006}">
      <dsp:nvSpPr>
        <dsp:cNvPr id="0" name=""/>
        <dsp:cNvSpPr/>
      </dsp:nvSpPr>
      <dsp:spPr>
        <a:xfrm>
          <a:off x="299116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Files:</a:t>
          </a:r>
          <a:endParaRPr lang="en-US" sz="1300" kern="1200"/>
        </a:p>
      </dsp:txBody>
      <dsp:txXfrm>
        <a:off x="328800" y="30862"/>
        <a:ext cx="1629802" cy="954134"/>
      </dsp:txXfrm>
    </dsp:sp>
    <dsp:sp modelId="{C198CBA2-7BF7-4B45-8BAE-7879CD9892C5}">
      <dsp:nvSpPr>
        <dsp:cNvPr id="0" name=""/>
        <dsp:cNvSpPr/>
      </dsp:nvSpPr>
      <dsp:spPr>
        <a:xfrm>
          <a:off x="2136933" y="29847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136933" y="382255"/>
        <a:ext cx="250673" cy="251348"/>
      </dsp:txXfrm>
    </dsp:sp>
    <dsp:sp modelId="{24F4FFA1-0A90-B441-9B1B-F7FDF6E77E09}">
      <dsp:nvSpPr>
        <dsp:cNvPr id="0" name=""/>
        <dsp:cNvSpPr/>
      </dsp:nvSpPr>
      <dsp:spPr>
        <a:xfrm>
          <a:off x="2663954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chainguard.contract.ts – Main transaction logic.</a:t>
          </a:r>
        </a:p>
      </dsp:txBody>
      <dsp:txXfrm>
        <a:off x="2693638" y="30862"/>
        <a:ext cx="1629802" cy="954134"/>
      </dsp:txXfrm>
    </dsp:sp>
    <dsp:sp modelId="{633B7DFC-D384-3D4A-8D22-46CC0233B182}">
      <dsp:nvSpPr>
        <dsp:cNvPr id="0" name=""/>
        <dsp:cNvSpPr/>
      </dsp:nvSpPr>
      <dsp:spPr>
        <a:xfrm>
          <a:off x="4501772" y="29847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01772" y="382255"/>
        <a:ext cx="250673" cy="251348"/>
      </dsp:txXfrm>
    </dsp:sp>
    <dsp:sp modelId="{E1364A5A-C896-3E48-B5E9-4032AD145DFD}">
      <dsp:nvSpPr>
        <dsp:cNvPr id="0" name=""/>
        <dsp:cNvSpPr/>
      </dsp:nvSpPr>
      <dsp:spPr>
        <a:xfrm>
          <a:off x="5028793" y="1178"/>
          <a:ext cx="1689170" cy="10135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index.ts – Contract registration.</a:t>
          </a:r>
        </a:p>
      </dsp:txBody>
      <dsp:txXfrm>
        <a:off x="5058477" y="30862"/>
        <a:ext cx="1629802" cy="954134"/>
      </dsp:txXfrm>
    </dsp:sp>
    <dsp:sp modelId="{92D3F9E8-35D0-5B48-9677-F75A479EDA70}">
      <dsp:nvSpPr>
        <dsp:cNvPr id="0" name=""/>
        <dsp:cNvSpPr/>
      </dsp:nvSpPr>
      <dsp:spPr>
        <a:xfrm rot="5400000">
          <a:off x="5694326" y="113292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5747705" y="1163327"/>
        <a:ext cx="251348" cy="250673"/>
      </dsp:txXfrm>
    </dsp:sp>
    <dsp:sp modelId="{A21558B0-62BF-5E46-91FD-7B743F9786D1}">
      <dsp:nvSpPr>
        <dsp:cNvPr id="0" name=""/>
        <dsp:cNvSpPr/>
      </dsp:nvSpPr>
      <dsp:spPr>
        <a:xfrm>
          <a:off x="5028793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tsconfig.json – TypeScript build setup.</a:t>
          </a:r>
        </a:p>
      </dsp:txBody>
      <dsp:txXfrm>
        <a:off x="5058477" y="1720032"/>
        <a:ext cx="1629802" cy="954134"/>
      </dsp:txXfrm>
    </dsp:sp>
    <dsp:sp modelId="{50812DD3-79D6-034A-8CED-F1A3A269DF7F}">
      <dsp:nvSpPr>
        <dsp:cNvPr id="0" name=""/>
        <dsp:cNvSpPr/>
      </dsp:nvSpPr>
      <dsp:spPr>
        <a:xfrm rot="10800000">
          <a:off x="4522042" y="198764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629473" y="2071425"/>
        <a:ext cx="250673" cy="251348"/>
      </dsp:txXfrm>
    </dsp:sp>
    <dsp:sp modelId="{7D1B3FCB-4094-3648-BF20-3197CF1482CE}">
      <dsp:nvSpPr>
        <dsp:cNvPr id="0" name=""/>
        <dsp:cNvSpPr/>
      </dsp:nvSpPr>
      <dsp:spPr>
        <a:xfrm>
          <a:off x="2663954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Upcoming Features:</a:t>
          </a:r>
          <a:endParaRPr lang="en-US" sz="1300" kern="1200"/>
        </a:p>
      </dsp:txBody>
      <dsp:txXfrm>
        <a:off x="2693638" y="1720032"/>
        <a:ext cx="1629802" cy="954134"/>
      </dsp:txXfrm>
    </dsp:sp>
    <dsp:sp modelId="{164BBF38-68A7-7746-A823-2F7E2CC9D3F4}">
      <dsp:nvSpPr>
        <dsp:cNvPr id="0" name=""/>
        <dsp:cNvSpPr/>
      </dsp:nvSpPr>
      <dsp:spPr>
        <a:xfrm rot="10800000">
          <a:off x="2157203" y="198764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264634" y="2071425"/>
        <a:ext cx="250673" cy="251348"/>
      </dsp:txXfrm>
    </dsp:sp>
    <dsp:sp modelId="{03583F60-BCD8-4740-9284-26B9443DD593}">
      <dsp:nvSpPr>
        <dsp:cNvPr id="0" name=""/>
        <dsp:cNvSpPr/>
      </dsp:nvSpPr>
      <dsp:spPr>
        <a:xfrm>
          <a:off x="299116" y="1690348"/>
          <a:ext cx="1689170" cy="1013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Input validation</a:t>
          </a:r>
        </a:p>
      </dsp:txBody>
      <dsp:txXfrm>
        <a:off x="328800" y="1720032"/>
        <a:ext cx="1629802" cy="954134"/>
      </dsp:txXfrm>
    </dsp:sp>
    <dsp:sp modelId="{77DABFBD-F834-CB4D-909D-989116947324}">
      <dsp:nvSpPr>
        <dsp:cNvPr id="0" name=""/>
        <dsp:cNvSpPr/>
      </dsp:nvSpPr>
      <dsp:spPr>
        <a:xfrm rot="5400000">
          <a:off x="964649" y="2822092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018028" y="2852497"/>
        <a:ext cx="251348" cy="250673"/>
      </dsp:txXfrm>
    </dsp:sp>
    <dsp:sp modelId="{15DB6036-3B8B-0A47-B629-4773A16670B7}">
      <dsp:nvSpPr>
        <dsp:cNvPr id="0" name=""/>
        <dsp:cNvSpPr/>
      </dsp:nvSpPr>
      <dsp:spPr>
        <a:xfrm>
          <a:off x="299116" y="3379519"/>
          <a:ext cx="1689170" cy="10135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Event emission</a:t>
          </a:r>
        </a:p>
      </dsp:txBody>
      <dsp:txXfrm>
        <a:off x="328800" y="3409203"/>
        <a:ext cx="1629802" cy="954134"/>
      </dsp:txXfrm>
    </dsp:sp>
    <dsp:sp modelId="{C4D39E29-0B5B-5342-8BC5-2499A397EFA7}">
      <dsp:nvSpPr>
        <dsp:cNvPr id="0" name=""/>
        <dsp:cNvSpPr/>
      </dsp:nvSpPr>
      <dsp:spPr>
        <a:xfrm>
          <a:off x="2136933" y="3676813"/>
          <a:ext cx="358104" cy="418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136933" y="3760596"/>
        <a:ext cx="250673" cy="251348"/>
      </dsp:txXfrm>
    </dsp:sp>
    <dsp:sp modelId="{71836D1B-4AD7-B349-86A0-686D008017EF}">
      <dsp:nvSpPr>
        <dsp:cNvPr id="0" name=""/>
        <dsp:cNvSpPr/>
      </dsp:nvSpPr>
      <dsp:spPr>
        <a:xfrm>
          <a:off x="2663954" y="3379519"/>
          <a:ext cx="1689170" cy="10135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Role-based access enforcement.</a:t>
          </a:r>
        </a:p>
      </dsp:txBody>
      <dsp:txXfrm>
        <a:off x="2693638" y="3409203"/>
        <a:ext cx="1629802" cy="954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0578" y="1257300"/>
            <a:ext cx="3988849" cy="138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400" kern="1200">
              <a:solidFill>
                <a:srgbClr val="000000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3400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Forensic Chainguard</a:t>
            </a:r>
          </a:p>
        </p:txBody>
      </p:sp>
      <p:sp>
        <p:nvSpPr>
          <p:cNvPr id="20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Finger Print">
            <a:extLst>
              <a:ext uri="{FF2B5EF4-FFF2-40B4-BE49-F238E27FC236}">
                <a16:creationId xmlns:a16="http://schemas.microsoft.com/office/drawing/2014/main" id="{010CE3C0-BF21-9C7C-2E21-FFE5A304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0579" y="2947260"/>
            <a:ext cx="4003614" cy="29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800">
                <a:solidFill>
                  <a:srgbClr val="C8DCFF"/>
                </a:solidFill>
              </a:defRPr>
            </a:pPr>
            <a:r>
              <a:rPr lang="en-US" sz="1500" dirty="0">
                <a:solidFill>
                  <a:srgbClr val="000000"/>
                </a:solidFill>
              </a:rPr>
              <a:t>A Blockchain-Based Chain-of-Custody System</a:t>
            </a:r>
            <a:br>
              <a:rPr lang="en-US" sz="1500" dirty="0">
                <a:solidFill>
                  <a:srgbClr val="000000"/>
                </a:solidFill>
              </a:rPr>
            </a:br>
            <a:r>
              <a:rPr lang="en-US" sz="1500" dirty="0">
                <a:solidFill>
                  <a:srgbClr val="000000"/>
                </a:solidFill>
              </a:rPr>
              <a:t>Built on Hyperledger Fabric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E0779-ABC5-7206-A9A8-A133D76C43D1}"/>
              </a:ext>
            </a:extLst>
          </p:cNvPr>
          <p:cNvSpPr txBox="1"/>
          <p:nvPr/>
        </p:nvSpPr>
        <p:spPr>
          <a:xfrm>
            <a:off x="516184" y="5860117"/>
            <a:ext cx="8108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CSE 540 ENGINEERING BLOCKCHAIN APPLICATIONS PROJECT (GROUP 19) 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Forensic Chainguard: A Blockchain-Powered Framework for Evidence Integrity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0578" y="802955"/>
            <a:ext cx="3733482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7" name="Graphic 6" descr="Robber">
            <a:extLst>
              <a:ext uri="{FF2B5EF4-FFF2-40B4-BE49-F238E27FC236}">
                <a16:creationId xmlns:a16="http://schemas.microsoft.com/office/drawing/2014/main" id="{DC4F6DE2-2F5C-852D-4F28-F70303457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7930" y="2421682"/>
            <a:ext cx="3733184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Objective: Build a blockchain-based forensic evidence integrity system.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Problem: Traditional systems are centralized and tamper-prone.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Solution: Every evidence action is recorded immutably on Hyperledger Fabric.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Technology: Smart Contracts + Certificate Authorities (CAs).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Impact: Ensures authenticity, transparency, and accountability.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33804" y="1289765"/>
            <a:ext cx="2738325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4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Project Status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22924" y="518400"/>
            <a:ext cx="357870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Completed: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Fabric network setup with 2 organizations (Org1 &amp; Org2)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Channel: forensic-chainguard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Chaincode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: chainguard v1.0 / seq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Functions: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CreateEvidence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GetEvidence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GetEvidenceHistory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In Progress: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Lifecycle logic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Role-Based Access Control (RBAC)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Event emission and validation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Stakeholders &amp; Interactions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EA79757-0D61-CB36-9513-99D348811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8611043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Overview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457A69-1BB6-B430-750F-F01133F8E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505223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Setup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extBox 2">
            <a:extLst>
              <a:ext uri="{FF2B5EF4-FFF2-40B4-BE49-F238E27FC236}">
                <a16:creationId xmlns:a16="http://schemas.microsoft.com/office/drawing/2014/main" id="{DEE9B4A8-E409-572E-7799-7A221C61F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882840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1"/>
            <a:ext cx="4316022" cy="183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Smart Contract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7809" y="2979336"/>
            <a:ext cx="4282290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600" dirty="0">
                <a:solidFill>
                  <a:schemeClr val="tx2"/>
                </a:solidFill>
              </a:rPr>
              <a:t>Command: ./</a:t>
            </a:r>
            <a:r>
              <a:rPr lang="en-US" sz="1600" dirty="0" err="1">
                <a:solidFill>
                  <a:schemeClr val="tx2"/>
                </a:solidFill>
              </a:rPr>
              <a:t>network.Sh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deploycc</a:t>
            </a:r>
            <a:r>
              <a:rPr lang="en-US" sz="1600" dirty="0">
                <a:solidFill>
                  <a:schemeClr val="tx2"/>
                </a:solidFill>
              </a:rPr>
              <a:t> -C forensic-chainguard -</a:t>
            </a:r>
            <a:r>
              <a:rPr lang="en-US" sz="1600" dirty="0" err="1">
                <a:solidFill>
                  <a:schemeClr val="tx2"/>
                </a:solidFill>
              </a:rPr>
              <a:t>ccn</a:t>
            </a:r>
            <a:r>
              <a:rPr lang="en-US" sz="1600" dirty="0">
                <a:solidFill>
                  <a:schemeClr val="tx2"/>
                </a:solidFill>
              </a:rPr>
              <a:t> chainguard -</a:t>
            </a:r>
            <a:r>
              <a:rPr lang="en-US" sz="1600" dirty="0" err="1">
                <a:solidFill>
                  <a:schemeClr val="tx2"/>
                </a:solidFill>
              </a:rPr>
              <a:t>ccp</a:t>
            </a:r>
            <a:r>
              <a:rPr lang="en-US" sz="1600" dirty="0">
                <a:solidFill>
                  <a:schemeClr val="tx2"/>
                </a:solidFill>
              </a:rPr>
              <a:t> /path/to/</a:t>
            </a:r>
            <a:r>
              <a:rPr lang="en-US" sz="1600" dirty="0" err="1">
                <a:solidFill>
                  <a:schemeClr val="tx2"/>
                </a:solidFill>
              </a:rPr>
              <a:t>chaincode</a:t>
            </a:r>
            <a:r>
              <a:rPr lang="en-US" sz="1600" dirty="0">
                <a:solidFill>
                  <a:schemeClr val="tx2"/>
                </a:solidFill>
              </a:rPr>
              <a:t> -ccl </a:t>
            </a:r>
            <a:r>
              <a:rPr lang="en-US" sz="1600" dirty="0" err="1">
                <a:solidFill>
                  <a:schemeClr val="tx2"/>
                </a:solidFill>
              </a:rPr>
              <a:t>javascript</a:t>
            </a:r>
            <a:r>
              <a:rPr lang="en-US" sz="1600" dirty="0">
                <a:solidFill>
                  <a:schemeClr val="tx2"/>
                </a:solidFill>
              </a:rPr>
              <a:t> -ccv 1.0 -ccs 1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Packages and installs </a:t>
            </a:r>
            <a:r>
              <a:rPr lang="en-US" sz="1600" b="1" dirty="0" err="1">
                <a:solidFill>
                  <a:schemeClr val="tx2"/>
                </a:solidFill>
              </a:rPr>
              <a:t>chaincode</a:t>
            </a:r>
            <a:r>
              <a:rPr lang="en-US" sz="1600" b="1" dirty="0">
                <a:solidFill>
                  <a:schemeClr val="tx2"/>
                </a:solidFill>
              </a:rPr>
              <a:t> on all peers.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Collects org approvals.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Commits contract to the channel.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600" b="1" dirty="0">
                <a:solidFill>
                  <a:schemeClr val="tx2"/>
                </a:solidFill>
              </a:rPr>
              <a:t>Activates secure blockchain operations.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Transaction Execution &amp; Audit Trail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A4AB748-868E-3BFF-6B81-FED6FDAEE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328468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91051" y="381935"/>
            <a:ext cx="7017080" cy="12003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Walkthrough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BAE9BA1-1C52-3AA0-44DC-2A169FAD5E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837919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4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Wrap-Up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Achievements: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Functional network and smart contract.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Verified evidence traceability.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Next Steps: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Complete lifecycle management.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Implement RBAC and encryption.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500" dirty="0"/>
              <a:t>Add event listeners and dashboard.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rgbClr val="0066CC"/>
                </a:solidFill>
              </a:defRPr>
            </a:pPr>
            <a:r>
              <a:rPr lang="en-US" sz="1500" dirty="0"/>
              <a:t>Vision: Fully secure, auditable, blockchain-based forensic management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12" y="2444376"/>
            <a:ext cx="8118138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4083BF-7729-12D0-7BE1-0BE735EA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040" y="2768321"/>
            <a:ext cx="6719919" cy="28285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Kruthi Tirunagari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Blockchain &amp; Security Specialist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Ashish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Nadadur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Chakravarthi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Blockchain &amp; Smart Contract Developer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Shashank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Gadipally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System Admin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Sree Sai Harshitha Nanjyala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Frontend &amp; Smart Contract Developer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Sri Sai Chetana Reddy Janagan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— Testing &amp; Validation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EAEDD-81E3-AACF-9334-10C1B38381E2}"/>
              </a:ext>
            </a:extLst>
          </p:cNvPr>
          <p:cNvSpPr txBox="1"/>
          <p:nvPr/>
        </p:nvSpPr>
        <p:spPr>
          <a:xfrm>
            <a:off x="1860698" y="1254642"/>
            <a:ext cx="31431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Authors ( Contributors)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9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323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4279DD-79E6-474C-F05D-0218BD429B7D}"/>
              </a:ext>
            </a:extLst>
          </p:cNvPr>
          <p:cNvSpPr txBox="1"/>
          <p:nvPr/>
        </p:nvSpPr>
        <p:spPr>
          <a:xfrm>
            <a:off x="2291965" y="2979336"/>
            <a:ext cx="428229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solidFill>
                  <a:schemeClr val="tx2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56114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492</Words>
  <Application>Microsoft Macintosh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Sree sai harshitha Nanjyala</cp:lastModifiedBy>
  <cp:revision>5</cp:revision>
  <dcterms:created xsi:type="dcterms:W3CDTF">2013-01-27T09:14:16Z</dcterms:created>
  <dcterms:modified xsi:type="dcterms:W3CDTF">2025-11-21T05:30:13Z</dcterms:modified>
  <cp:category/>
</cp:coreProperties>
</file>